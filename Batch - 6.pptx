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65" r:id="rId2"/>
    <p:sldId id="268" r:id="rId3"/>
    <p:sldId id="269" r:id="rId4"/>
    <p:sldId id="266" r:id="rId5"/>
    <p:sldId id="267" r:id="rId6"/>
    <p:sldId id="270" r:id="rId7"/>
    <p:sldId id="273" r:id="rId8"/>
    <p:sldId id="280" r:id="rId9"/>
    <p:sldId id="279" r:id="rId10"/>
    <p:sldId id="277" r:id="rId11"/>
    <p:sldId id="278" r:id="rId12"/>
    <p:sldId id="28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4BC238-65B3-436F-9829-374ADDFDFB37}" v="6" dt="2026-03-05T16:51:10.5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36" autoAdjust="0"/>
    <p:restoredTop sz="95915" autoAdjust="0"/>
  </p:normalViewPr>
  <p:slideViewPr>
    <p:cSldViewPr snapToGrid="0">
      <p:cViewPr varScale="1">
        <p:scale>
          <a:sx n="86" d="100"/>
          <a:sy n="86"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Durga Prasanthi" userId="c6e266c251b346db" providerId="LiveId" clId="{E7BD783F-00E7-4455-B741-5FB2002CED5B}"/>
    <pc:docChg chg="undo custSel addSld delSld modSld sldOrd">
      <pc:chgData name="P Durga Prasanthi" userId="c6e266c251b346db" providerId="LiveId" clId="{E7BD783F-00E7-4455-B741-5FB2002CED5B}" dt="2026-03-05T16:51:36.772" v="2799" actId="680"/>
      <pc:docMkLst>
        <pc:docMk/>
      </pc:docMkLst>
      <pc:sldChg chg="modSp">
        <pc:chgData name="P Durga Prasanthi" userId="c6e266c251b346db" providerId="LiveId" clId="{E7BD783F-00E7-4455-B741-5FB2002CED5B}" dt="2026-03-05T16:51:10.520" v="2798" actId="2711"/>
        <pc:sldMkLst>
          <pc:docMk/>
          <pc:sldMk cId="1147397674" sldId="265"/>
        </pc:sldMkLst>
        <pc:spChg chg="mod">
          <ac:chgData name="P Durga Prasanthi" userId="c6e266c251b346db" providerId="LiveId" clId="{E7BD783F-00E7-4455-B741-5FB2002CED5B}" dt="2026-03-05T16:51:10.520" v="2798" actId="2711"/>
          <ac:spMkLst>
            <pc:docMk/>
            <pc:sldMk cId="1147397674" sldId="265"/>
            <ac:spMk id="2" creationId="{AEF7E2F4-2A4E-21EA-9D97-2DDFA2A71CC3}"/>
          </ac:spMkLst>
        </pc:spChg>
      </pc:sldChg>
      <pc:sldChg chg="modSp mod">
        <pc:chgData name="P Durga Prasanthi" userId="c6e266c251b346db" providerId="LiveId" clId="{E7BD783F-00E7-4455-B741-5FB2002CED5B}" dt="2026-03-05T16:46:52.370" v="2771" actId="20577"/>
        <pc:sldMkLst>
          <pc:docMk/>
          <pc:sldMk cId="1058727022" sldId="267"/>
        </pc:sldMkLst>
        <pc:spChg chg="mod">
          <ac:chgData name="P Durga Prasanthi" userId="c6e266c251b346db" providerId="LiveId" clId="{E7BD783F-00E7-4455-B741-5FB2002CED5B}" dt="2026-03-05T16:46:52.370" v="2771" actId="20577"/>
          <ac:spMkLst>
            <pc:docMk/>
            <pc:sldMk cId="1058727022" sldId="267"/>
            <ac:spMk id="3" creationId="{2CACA14B-30D4-1528-746F-9909E89E65DF}"/>
          </ac:spMkLst>
        </pc:spChg>
      </pc:sldChg>
      <pc:sldChg chg="modSp mod">
        <pc:chgData name="P Durga Prasanthi" userId="c6e266c251b346db" providerId="LiveId" clId="{E7BD783F-00E7-4455-B741-5FB2002CED5B}" dt="2026-03-05T16:47:24.665" v="2792" actId="20577"/>
        <pc:sldMkLst>
          <pc:docMk/>
          <pc:sldMk cId="1000208244" sldId="270"/>
        </pc:sldMkLst>
        <pc:spChg chg="mod">
          <ac:chgData name="P Durga Prasanthi" userId="c6e266c251b346db" providerId="LiveId" clId="{E7BD783F-00E7-4455-B741-5FB2002CED5B}" dt="2026-03-05T16:47:24.665" v="2792" actId="20577"/>
          <ac:spMkLst>
            <pc:docMk/>
            <pc:sldMk cId="1000208244" sldId="270"/>
            <ac:spMk id="3" creationId="{D6BDB310-4392-EC26-B5FC-A28BDA5B4557}"/>
          </ac:spMkLst>
        </pc:spChg>
      </pc:sldChg>
      <pc:sldChg chg="del">
        <pc:chgData name="P Durga Prasanthi" userId="c6e266c251b346db" providerId="LiveId" clId="{E7BD783F-00E7-4455-B741-5FB2002CED5B}" dt="2026-03-04T06:12:51.446" v="2480" actId="2696"/>
        <pc:sldMkLst>
          <pc:docMk/>
          <pc:sldMk cId="3540497821" sldId="272"/>
        </pc:sldMkLst>
      </pc:sldChg>
      <pc:sldChg chg="addSp delSp modSp new del mod ord setBg">
        <pc:chgData name="P Durga Prasanthi" userId="c6e266c251b346db" providerId="LiveId" clId="{E7BD783F-00E7-4455-B741-5FB2002CED5B}" dt="2026-03-04T05:49:40.829" v="2438" actId="2696"/>
        <pc:sldMkLst>
          <pc:docMk/>
          <pc:sldMk cId="3353437796" sldId="274"/>
        </pc:sldMkLst>
      </pc:sldChg>
      <pc:sldChg chg="addSp delSp modSp new del mod">
        <pc:chgData name="P Durga Prasanthi" userId="c6e266c251b346db" providerId="LiveId" clId="{E7BD783F-00E7-4455-B741-5FB2002CED5B}" dt="2026-03-04T05:49:47.306" v="2439" actId="2696"/>
        <pc:sldMkLst>
          <pc:docMk/>
          <pc:sldMk cId="2542292059" sldId="275"/>
        </pc:sldMkLst>
      </pc:sldChg>
      <pc:sldChg chg="addSp delSp modSp del mod setBg">
        <pc:chgData name="P Durga Prasanthi" userId="c6e266c251b346db" providerId="LiveId" clId="{E7BD783F-00E7-4455-B741-5FB2002CED5B}" dt="2026-03-04T06:51:13.803" v="2580" actId="2696"/>
        <pc:sldMkLst>
          <pc:docMk/>
          <pc:sldMk cId="2302748424" sldId="276"/>
        </pc:sldMkLst>
        <pc:spChg chg="add del">
          <ac:chgData name="P Durga Prasanthi" userId="c6e266c251b346db" providerId="LiveId" clId="{E7BD783F-00E7-4455-B741-5FB2002CED5B}" dt="2026-03-04T06:50:35.536" v="2569" actId="26606"/>
          <ac:spMkLst>
            <pc:docMk/>
            <pc:sldMk cId="2302748424" sldId="276"/>
            <ac:spMk id="20" creationId="{F1176DA6-4BBF-42A4-9C94-E6613CCD6B37}"/>
          </ac:spMkLst>
        </pc:spChg>
        <pc:spChg chg="add del">
          <ac:chgData name="P Durga Prasanthi" userId="c6e266c251b346db" providerId="LiveId" clId="{E7BD783F-00E7-4455-B741-5FB2002CED5B}" dt="2026-03-04T06:50:35.536" v="2569" actId="26606"/>
          <ac:spMkLst>
            <pc:docMk/>
            <pc:sldMk cId="2302748424" sldId="276"/>
            <ac:spMk id="22" creationId="{99AAB0AE-172B-4FB4-80C2-86CD6B824220}"/>
          </ac:spMkLst>
        </pc:spChg>
        <pc:picChg chg="add mod">
          <ac:chgData name="P Durga Prasanthi" userId="c6e266c251b346db" providerId="LiveId" clId="{E7BD783F-00E7-4455-B741-5FB2002CED5B}" dt="2026-03-04T06:50:57.266" v="2574" actId="26606"/>
          <ac:picMkLst>
            <pc:docMk/>
            <pc:sldMk cId="2302748424" sldId="276"/>
            <ac:picMk id="3" creationId="{31627DD1-D1DB-6FD8-63B7-590587363FA2}"/>
          </ac:picMkLst>
        </pc:picChg>
        <pc:picChg chg="add del mod">
          <ac:chgData name="P Durga Prasanthi" userId="c6e266c251b346db" providerId="LiveId" clId="{E7BD783F-00E7-4455-B741-5FB2002CED5B}" dt="2026-03-04T06:06:05.745" v="2459" actId="478"/>
          <ac:picMkLst>
            <pc:docMk/>
            <pc:sldMk cId="2302748424" sldId="276"/>
            <ac:picMk id="5" creationId="{D53457C8-3948-6443-A389-835AFD0B8A07}"/>
          </ac:picMkLst>
        </pc:picChg>
        <pc:picChg chg="add del mod">
          <ac:chgData name="P Durga Prasanthi" userId="c6e266c251b346db" providerId="LiveId" clId="{E7BD783F-00E7-4455-B741-5FB2002CED5B}" dt="2026-03-04T06:50:57.266" v="2574" actId="26606"/>
          <ac:picMkLst>
            <pc:docMk/>
            <pc:sldMk cId="2302748424" sldId="276"/>
            <ac:picMk id="7" creationId="{497B5E5F-0079-B5BE-0962-3A582E7F839A}"/>
          </ac:picMkLst>
        </pc:picChg>
        <pc:picChg chg="add del mod ord">
          <ac:chgData name="P Durga Prasanthi" userId="c6e266c251b346db" providerId="LiveId" clId="{E7BD783F-00E7-4455-B741-5FB2002CED5B}" dt="2026-03-04T06:51:06.404" v="2579" actId="14100"/>
          <ac:picMkLst>
            <pc:docMk/>
            <pc:sldMk cId="2302748424" sldId="276"/>
            <ac:picMk id="8" creationId="{114ACA87-BF70-2710-4C4E-B17D1C35F5F1}"/>
          </ac:picMkLst>
        </pc:picChg>
        <pc:cxnChg chg="add del">
          <ac:chgData name="P Durga Prasanthi" userId="c6e266c251b346db" providerId="LiveId" clId="{E7BD783F-00E7-4455-B741-5FB2002CED5B}" dt="2026-03-04T06:50:57.266" v="2574" actId="26606"/>
          <ac:cxnSpMkLst>
            <pc:docMk/>
            <pc:sldMk cId="2302748424" sldId="276"/>
            <ac:cxnSpMk id="13" creationId="{DCD67800-37AC-4E14-89B0-F79DCB3FB86D}"/>
          </ac:cxnSpMkLst>
        </pc:cxnChg>
        <pc:cxnChg chg="add del">
          <ac:chgData name="P Durga Prasanthi" userId="c6e266c251b346db" providerId="LiveId" clId="{E7BD783F-00E7-4455-B741-5FB2002CED5B}" dt="2026-03-04T06:50:57.266" v="2574" actId="26606"/>
          <ac:cxnSpMkLst>
            <pc:docMk/>
            <pc:sldMk cId="2302748424" sldId="276"/>
            <ac:cxnSpMk id="15" creationId="{20F1788F-A5AE-4188-8274-F7F2E3833ECD}"/>
          </ac:cxnSpMkLst>
        </pc:cxnChg>
        <pc:cxnChg chg="add del">
          <ac:chgData name="P Durga Prasanthi" userId="c6e266c251b346db" providerId="LiveId" clId="{E7BD783F-00E7-4455-B741-5FB2002CED5B}" dt="2026-03-04T06:50:57.266" v="2574" actId="26606"/>
          <ac:cxnSpMkLst>
            <pc:docMk/>
            <pc:sldMk cId="2302748424" sldId="276"/>
            <ac:cxnSpMk id="17" creationId="{DCD67800-37AC-4E14-89B0-F79DCB3FB86D}"/>
          </ac:cxnSpMkLst>
        </pc:cxnChg>
        <pc:cxnChg chg="add del">
          <ac:chgData name="P Durga Prasanthi" userId="c6e266c251b346db" providerId="LiveId" clId="{E7BD783F-00E7-4455-B741-5FB2002CED5B}" dt="2026-03-04T06:50:57.266" v="2574" actId="26606"/>
          <ac:cxnSpMkLst>
            <pc:docMk/>
            <pc:sldMk cId="2302748424" sldId="276"/>
            <ac:cxnSpMk id="18" creationId="{20F1788F-A5AE-4188-8274-F7F2E3833ECD}"/>
          </ac:cxnSpMkLst>
        </pc:cxnChg>
      </pc:sldChg>
      <pc:sldChg chg="addSp delSp modSp new mod">
        <pc:chgData name="P Durga Prasanthi" userId="c6e266c251b346db" providerId="LiveId" clId="{E7BD783F-00E7-4455-B741-5FB2002CED5B}" dt="2026-03-05T16:35:38.509" v="2732" actId="12"/>
        <pc:sldMkLst>
          <pc:docMk/>
          <pc:sldMk cId="3127683533" sldId="277"/>
        </pc:sldMkLst>
        <pc:spChg chg="add mod">
          <ac:chgData name="P Durga Prasanthi" userId="c6e266c251b346db" providerId="LiveId" clId="{E7BD783F-00E7-4455-B741-5FB2002CED5B}" dt="2026-03-05T16:35:38.509" v="2732" actId="12"/>
          <ac:spMkLst>
            <pc:docMk/>
            <pc:sldMk cId="3127683533" sldId="277"/>
            <ac:spMk id="21" creationId="{51BDD303-C8AD-839C-817B-546F62FFC785}"/>
          </ac:spMkLst>
        </pc:spChg>
        <pc:picChg chg="add del mod">
          <ac:chgData name="P Durga Prasanthi" userId="c6e266c251b346db" providerId="LiveId" clId="{E7BD783F-00E7-4455-B741-5FB2002CED5B}" dt="2026-03-04T06:06:56.258" v="2470" actId="478"/>
          <ac:picMkLst>
            <pc:docMk/>
            <pc:sldMk cId="3127683533" sldId="277"/>
            <ac:picMk id="3" creationId="{FC83BE09-AFF4-B1C4-F1E9-8F08E55E37EA}"/>
          </ac:picMkLst>
        </pc:picChg>
        <pc:picChg chg="add mod">
          <ac:chgData name="P Durga Prasanthi" userId="c6e266c251b346db" providerId="LiveId" clId="{E7BD783F-00E7-4455-B741-5FB2002CED5B}" dt="2026-03-05T16:34:23.108" v="2723" actId="1076"/>
          <ac:picMkLst>
            <pc:docMk/>
            <pc:sldMk cId="3127683533" sldId="277"/>
            <ac:picMk id="5" creationId="{1237AF2A-5E92-2243-6D4F-BA70446EFB67}"/>
          </ac:picMkLst>
        </pc:picChg>
        <pc:picChg chg="add del mod">
          <ac:chgData name="P Durga Prasanthi" userId="c6e266c251b346db" providerId="LiveId" clId="{E7BD783F-00E7-4455-B741-5FB2002CED5B}" dt="2026-03-04T06:19:30.737" v="2518" actId="478"/>
          <ac:picMkLst>
            <pc:docMk/>
            <pc:sldMk cId="3127683533" sldId="277"/>
            <ac:picMk id="7" creationId="{1322167C-2D93-A777-3E5E-A72FF0B95F94}"/>
          </ac:picMkLst>
        </pc:picChg>
        <pc:picChg chg="add del mod">
          <ac:chgData name="P Durga Prasanthi" userId="c6e266c251b346db" providerId="LiveId" clId="{E7BD783F-00E7-4455-B741-5FB2002CED5B}" dt="2026-03-04T06:45:24.874" v="2535" actId="478"/>
          <ac:picMkLst>
            <pc:docMk/>
            <pc:sldMk cId="3127683533" sldId="277"/>
            <ac:picMk id="9" creationId="{8DD45D21-4546-130B-A010-9BB6B4E97394}"/>
          </ac:picMkLst>
        </pc:picChg>
        <pc:picChg chg="add del mod">
          <ac:chgData name="P Durga Prasanthi" userId="c6e266c251b346db" providerId="LiveId" clId="{E7BD783F-00E7-4455-B741-5FB2002CED5B}" dt="2026-03-04T06:59:35.366" v="2648" actId="478"/>
          <ac:picMkLst>
            <pc:docMk/>
            <pc:sldMk cId="3127683533" sldId="277"/>
            <ac:picMk id="11" creationId="{05285CBE-2C88-3DCB-C6A1-834BCA19AF05}"/>
          </ac:picMkLst>
        </pc:picChg>
        <pc:picChg chg="add del mod">
          <ac:chgData name="P Durga Prasanthi" userId="c6e266c251b346db" providerId="LiveId" clId="{E7BD783F-00E7-4455-B741-5FB2002CED5B}" dt="2026-03-04T06:59:36.727" v="2649" actId="478"/>
          <ac:picMkLst>
            <pc:docMk/>
            <pc:sldMk cId="3127683533" sldId="277"/>
            <ac:picMk id="13" creationId="{04BD5443-03B2-7B26-2355-E71D1A5ACF13}"/>
          </ac:picMkLst>
        </pc:picChg>
        <pc:picChg chg="add del mod">
          <ac:chgData name="P Durga Prasanthi" userId="c6e266c251b346db" providerId="LiveId" clId="{E7BD783F-00E7-4455-B741-5FB2002CED5B}" dt="2026-03-04T06:59:38.963" v="2650" actId="478"/>
          <ac:picMkLst>
            <pc:docMk/>
            <pc:sldMk cId="3127683533" sldId="277"/>
            <ac:picMk id="15" creationId="{FC126618-8E55-E6C6-89D6-BC5B5F555083}"/>
          </ac:picMkLst>
        </pc:picChg>
        <pc:picChg chg="add del mod">
          <ac:chgData name="P Durga Prasanthi" userId="c6e266c251b346db" providerId="LiveId" clId="{E7BD783F-00E7-4455-B741-5FB2002CED5B}" dt="2026-03-04T06:59:40.289" v="2651" actId="478"/>
          <ac:picMkLst>
            <pc:docMk/>
            <pc:sldMk cId="3127683533" sldId="277"/>
            <ac:picMk id="17" creationId="{82AEF968-E3D3-D05C-2F13-26E1B0FFCBB4}"/>
          </ac:picMkLst>
        </pc:picChg>
        <pc:picChg chg="add del mod">
          <ac:chgData name="P Durga Prasanthi" userId="c6e266c251b346db" providerId="LiveId" clId="{E7BD783F-00E7-4455-B741-5FB2002CED5B}" dt="2026-03-04T06:59:33.684" v="2647" actId="478"/>
          <ac:picMkLst>
            <pc:docMk/>
            <pc:sldMk cId="3127683533" sldId="277"/>
            <ac:picMk id="19" creationId="{389E074B-4DE7-8F3E-023A-1836A90490AC}"/>
          </ac:picMkLst>
        </pc:picChg>
      </pc:sldChg>
      <pc:sldChg chg="addSp delSp modSp new mod">
        <pc:chgData name="P Durga Prasanthi" userId="c6e266c251b346db" providerId="LiveId" clId="{E7BD783F-00E7-4455-B741-5FB2002CED5B}" dt="2026-03-05T16:46:10.858" v="2769" actId="14100"/>
        <pc:sldMkLst>
          <pc:docMk/>
          <pc:sldMk cId="2631086867" sldId="278"/>
        </pc:sldMkLst>
        <pc:spChg chg="add mod">
          <ac:chgData name="P Durga Prasanthi" userId="c6e266c251b346db" providerId="LiveId" clId="{E7BD783F-00E7-4455-B741-5FB2002CED5B}" dt="2026-03-05T16:46:10.858" v="2769" actId="14100"/>
          <ac:spMkLst>
            <pc:docMk/>
            <pc:sldMk cId="2631086867" sldId="278"/>
            <ac:spMk id="3" creationId="{805B3102-E3F8-9E1D-136E-8E44DBD75BBF}"/>
          </ac:spMkLst>
        </pc:spChg>
        <pc:picChg chg="add del mod">
          <ac:chgData name="P Durga Prasanthi" userId="c6e266c251b346db" providerId="LiveId" clId="{E7BD783F-00E7-4455-B741-5FB2002CED5B}" dt="2026-03-04T06:52:19.021" v="2589" actId="478"/>
          <ac:picMkLst>
            <pc:docMk/>
            <pc:sldMk cId="2631086867" sldId="278"/>
            <ac:picMk id="3" creationId="{71F93668-C1DC-382D-922A-D3549C9DC196}"/>
          </ac:picMkLst>
        </pc:picChg>
        <pc:picChg chg="add del mod">
          <ac:chgData name="P Durga Prasanthi" userId="c6e266c251b346db" providerId="LiveId" clId="{E7BD783F-00E7-4455-B741-5FB2002CED5B}" dt="2026-03-04T06:52:20.430" v="2590" actId="478"/>
          <ac:picMkLst>
            <pc:docMk/>
            <pc:sldMk cId="2631086867" sldId="278"/>
            <ac:picMk id="5" creationId="{953E3AD1-7978-9F7D-C673-D4B093497F56}"/>
          </ac:picMkLst>
        </pc:picChg>
        <pc:picChg chg="add mod">
          <ac:chgData name="P Durga Prasanthi" userId="c6e266c251b346db" providerId="LiveId" clId="{E7BD783F-00E7-4455-B741-5FB2002CED5B}" dt="2026-03-05T16:44:58.124" v="2759" actId="1076"/>
          <ac:picMkLst>
            <pc:docMk/>
            <pc:sldMk cId="2631086867" sldId="278"/>
            <ac:picMk id="7" creationId="{D57BECA6-2EE1-4B64-2214-874422E275D3}"/>
          </ac:picMkLst>
        </pc:picChg>
      </pc:sldChg>
      <pc:sldChg chg="addSp delSp modSp new mod setBg">
        <pc:chgData name="P Durga Prasanthi" userId="c6e266c251b346db" providerId="LiveId" clId="{E7BD783F-00E7-4455-B741-5FB2002CED5B}" dt="2026-03-05T16:44:26.600" v="2756" actId="113"/>
        <pc:sldMkLst>
          <pc:docMk/>
          <pc:sldMk cId="2678041798" sldId="279"/>
        </pc:sldMkLst>
        <pc:spChg chg="add mod">
          <ac:chgData name="P Durga Prasanthi" userId="c6e266c251b346db" providerId="LiveId" clId="{E7BD783F-00E7-4455-B741-5FB2002CED5B}" dt="2026-03-05T16:44:26.600" v="2756" actId="113"/>
          <ac:spMkLst>
            <pc:docMk/>
            <pc:sldMk cId="2678041798" sldId="279"/>
            <ac:spMk id="12" creationId="{818ACB1B-2D81-538B-23CD-08AEA2032224}"/>
          </ac:spMkLst>
        </pc:spChg>
        <pc:spChg chg="add del">
          <ac:chgData name="P Durga Prasanthi" userId="c6e266c251b346db" providerId="LiveId" clId="{E7BD783F-00E7-4455-B741-5FB2002CED5B}" dt="2026-03-04T06:59:15.809" v="2646" actId="26606"/>
          <ac:spMkLst>
            <pc:docMk/>
            <pc:sldMk cId="2678041798" sldId="279"/>
            <ac:spMk id="17" creationId="{1CE580D1-F917-4567-AFB4-99AA9B52ADF0}"/>
          </ac:spMkLst>
        </pc:spChg>
        <pc:spChg chg="add del">
          <ac:chgData name="P Durga Prasanthi" userId="c6e266c251b346db" providerId="LiveId" clId="{E7BD783F-00E7-4455-B741-5FB2002CED5B}" dt="2026-03-04T06:59:15.809" v="2646" actId="26606"/>
          <ac:spMkLst>
            <pc:docMk/>
            <pc:sldMk cId="2678041798" sldId="279"/>
            <ac:spMk id="25" creationId="{021A4066-B261-49FE-952E-A0FE3EE75CD2}"/>
          </ac:spMkLst>
        </pc:spChg>
        <pc:spChg chg="add del">
          <ac:chgData name="P Durga Prasanthi" userId="c6e266c251b346db" providerId="LiveId" clId="{E7BD783F-00E7-4455-B741-5FB2002CED5B}" dt="2026-03-04T06:59:15.809" v="2646" actId="26606"/>
          <ac:spMkLst>
            <pc:docMk/>
            <pc:sldMk cId="2678041798" sldId="279"/>
            <ac:spMk id="29" creationId="{81958111-BC13-4D45-AB27-0C2C83F9BA64}"/>
          </ac:spMkLst>
        </pc:spChg>
        <pc:grpChg chg="add del">
          <ac:chgData name="P Durga Prasanthi" userId="c6e266c251b346db" providerId="LiveId" clId="{E7BD783F-00E7-4455-B741-5FB2002CED5B}" dt="2026-03-04T06:59:15.809" v="2646" actId="26606"/>
          <ac:grpSpMkLst>
            <pc:docMk/>
            <pc:sldMk cId="2678041798" sldId="279"/>
            <ac:grpSpMk id="31" creationId="{82188758-E18A-4CE5-9D03-F4BF5D887C3F}"/>
          </ac:grpSpMkLst>
        </pc:grpChg>
        <pc:picChg chg="add mod ord">
          <ac:chgData name="P Durga Prasanthi" userId="c6e266c251b346db" providerId="LiveId" clId="{E7BD783F-00E7-4455-B741-5FB2002CED5B}" dt="2026-03-05T16:37:14.855" v="2749" actId="1076"/>
          <ac:picMkLst>
            <pc:docMk/>
            <pc:sldMk cId="2678041798" sldId="279"/>
            <ac:picMk id="2" creationId="{7D851416-650E-4D68-507D-69C7E1CD1C90}"/>
          </ac:picMkLst>
        </pc:picChg>
        <pc:picChg chg="add del mod">
          <ac:chgData name="P Durga Prasanthi" userId="c6e266c251b346db" providerId="LiveId" clId="{E7BD783F-00E7-4455-B741-5FB2002CED5B}" dt="2026-03-04T06:43:26.733" v="2524" actId="478"/>
          <ac:picMkLst>
            <pc:docMk/>
            <pc:sldMk cId="2678041798" sldId="279"/>
            <ac:picMk id="3" creationId="{113DCA9D-BD2B-065A-18F8-A264780F3056}"/>
          </ac:picMkLst>
        </pc:picChg>
        <pc:picChg chg="add del mod">
          <ac:chgData name="P Durga Prasanthi" userId="c6e266c251b346db" providerId="LiveId" clId="{E7BD783F-00E7-4455-B741-5FB2002CED5B}" dt="2026-03-04T06:44:22.345" v="2528" actId="478"/>
          <ac:picMkLst>
            <pc:docMk/>
            <pc:sldMk cId="2678041798" sldId="279"/>
            <ac:picMk id="4" creationId="{4B23AFEF-136D-FA3F-25DE-378DFDF2E186}"/>
          </ac:picMkLst>
        </pc:picChg>
        <pc:picChg chg="add del mod">
          <ac:chgData name="P Durga Prasanthi" userId="c6e266c251b346db" providerId="LiveId" clId="{E7BD783F-00E7-4455-B741-5FB2002CED5B}" dt="2026-03-04T06:56:51.673" v="2628" actId="478"/>
          <ac:picMkLst>
            <pc:docMk/>
            <pc:sldMk cId="2678041798" sldId="279"/>
            <ac:picMk id="6" creationId="{AB5D4169-2AC6-1D55-5CF8-55F8E2E4B460}"/>
          </ac:picMkLst>
        </pc:picChg>
        <pc:picChg chg="add del mod">
          <ac:chgData name="P Durga Prasanthi" userId="c6e266c251b346db" providerId="LiveId" clId="{E7BD783F-00E7-4455-B741-5FB2002CED5B}" dt="2026-03-04T06:56:47.856" v="2626" actId="478"/>
          <ac:picMkLst>
            <pc:docMk/>
            <pc:sldMk cId="2678041798" sldId="279"/>
            <ac:picMk id="8" creationId="{72D12B35-130A-3F2F-B2CC-0BF7BEC9062A}"/>
          </ac:picMkLst>
        </pc:picChg>
        <pc:picChg chg="add del mod">
          <ac:chgData name="P Durga Prasanthi" userId="c6e266c251b346db" providerId="LiveId" clId="{E7BD783F-00E7-4455-B741-5FB2002CED5B}" dt="2026-03-04T06:56:50.022" v="2627" actId="478"/>
          <ac:picMkLst>
            <pc:docMk/>
            <pc:sldMk cId="2678041798" sldId="279"/>
            <ac:picMk id="10" creationId="{704F52BA-236A-61B0-BCBD-787DDE338E4F}"/>
          </ac:picMkLst>
        </pc:picChg>
        <pc:picChg chg="add del">
          <ac:chgData name="P Durga Prasanthi" userId="c6e266c251b346db" providerId="LiveId" clId="{E7BD783F-00E7-4455-B741-5FB2002CED5B}" dt="2026-03-04T06:59:15.809" v="2646" actId="26606"/>
          <ac:picMkLst>
            <pc:docMk/>
            <pc:sldMk cId="2678041798" sldId="279"/>
            <ac:picMk id="19" creationId="{1F5620B8-A2D8-4568-B566-F0453A0D9167}"/>
          </ac:picMkLst>
        </pc:picChg>
        <pc:picChg chg="add del">
          <ac:chgData name="P Durga Prasanthi" userId="c6e266c251b346db" providerId="LiveId" clId="{E7BD783F-00E7-4455-B741-5FB2002CED5B}" dt="2026-03-04T06:59:15.809" v="2646" actId="26606"/>
          <ac:picMkLst>
            <pc:docMk/>
            <pc:sldMk cId="2678041798" sldId="279"/>
            <ac:picMk id="35" creationId="{D42F4933-2ECF-4EE5-BCE4-F19E3CA609FE}"/>
          </ac:picMkLst>
        </pc:picChg>
        <pc:cxnChg chg="add del">
          <ac:chgData name="P Durga Prasanthi" userId="c6e266c251b346db" providerId="LiveId" clId="{E7BD783F-00E7-4455-B741-5FB2002CED5B}" dt="2026-03-04T06:59:15.809" v="2646" actId="26606"/>
          <ac:cxnSpMkLst>
            <pc:docMk/>
            <pc:sldMk cId="2678041798" sldId="279"/>
            <ac:cxnSpMk id="21" creationId="{1C7D2BA4-4B7A-4596-8BCC-5CF715423894}"/>
          </ac:cxnSpMkLst>
        </pc:cxnChg>
        <pc:cxnChg chg="add del">
          <ac:chgData name="P Durga Prasanthi" userId="c6e266c251b346db" providerId="LiveId" clId="{E7BD783F-00E7-4455-B741-5FB2002CED5B}" dt="2026-03-04T06:59:15.809" v="2646" actId="26606"/>
          <ac:cxnSpMkLst>
            <pc:docMk/>
            <pc:sldMk cId="2678041798" sldId="279"/>
            <ac:cxnSpMk id="27" creationId="{381B4579-E2EA-4BD7-94FF-0A0BEE135C6B}"/>
          </ac:cxnSpMkLst>
        </pc:cxnChg>
      </pc:sldChg>
      <pc:sldChg chg="addSp modSp new mod">
        <pc:chgData name="P Durga Prasanthi" userId="c6e266c251b346db" providerId="LiveId" clId="{E7BD783F-00E7-4455-B741-5FB2002CED5B}" dt="2026-03-05T16:37:09.109" v="2748" actId="115"/>
        <pc:sldMkLst>
          <pc:docMk/>
          <pc:sldMk cId="1657974454" sldId="280"/>
        </pc:sldMkLst>
        <pc:spChg chg="add mod">
          <ac:chgData name="P Durga Prasanthi" userId="c6e266c251b346db" providerId="LiveId" clId="{E7BD783F-00E7-4455-B741-5FB2002CED5B}" dt="2026-03-05T16:37:09.109" v="2748" actId="115"/>
          <ac:spMkLst>
            <pc:docMk/>
            <pc:sldMk cId="1657974454" sldId="280"/>
            <ac:spMk id="5" creationId="{357C9EFA-12D9-EBE9-BC7A-BDBE3A320718}"/>
          </ac:spMkLst>
        </pc:spChg>
        <pc:picChg chg="add mod">
          <ac:chgData name="P Durga Prasanthi" userId="c6e266c251b346db" providerId="LiveId" clId="{E7BD783F-00E7-4455-B741-5FB2002CED5B}" dt="2026-03-04T06:53:30.271" v="2595" actId="1076"/>
          <ac:picMkLst>
            <pc:docMk/>
            <pc:sldMk cId="1657974454" sldId="280"/>
            <ac:picMk id="3" creationId="{119E316E-6E64-B0F6-2C3B-65A9B25F085E}"/>
          </ac:picMkLst>
        </pc:picChg>
      </pc:sldChg>
      <pc:sldChg chg="addSp modSp new mod setBg">
        <pc:chgData name="P Durga Prasanthi" userId="c6e266c251b346db" providerId="LiveId" clId="{E7BD783F-00E7-4455-B741-5FB2002CED5B}" dt="2026-03-04T07:01:32.761" v="2675" actId="26606"/>
        <pc:sldMkLst>
          <pc:docMk/>
          <pc:sldMk cId="283652358" sldId="281"/>
        </pc:sldMkLst>
        <pc:spChg chg="mod">
          <ac:chgData name="P Durga Prasanthi" userId="c6e266c251b346db" providerId="LiveId" clId="{E7BD783F-00E7-4455-B741-5FB2002CED5B}" dt="2026-03-04T07:01:32.761" v="2675" actId="26606"/>
          <ac:spMkLst>
            <pc:docMk/>
            <pc:sldMk cId="283652358" sldId="281"/>
            <ac:spMk id="2" creationId="{547C6A10-68FB-DF07-5060-E782D0ADDAAF}"/>
          </ac:spMkLst>
        </pc:spChg>
        <pc:spChg chg="add">
          <ac:chgData name="P Durga Prasanthi" userId="c6e266c251b346db" providerId="LiveId" clId="{E7BD783F-00E7-4455-B741-5FB2002CED5B}" dt="2026-03-04T07:01:32.761" v="2675" actId="26606"/>
          <ac:spMkLst>
            <pc:docMk/>
            <pc:sldMk cId="283652358" sldId="281"/>
            <ac:spMk id="7" creationId="{23522FE7-5A29-4EF6-B1EF-2CA55748A772}"/>
          </ac:spMkLst>
        </pc:spChg>
        <pc:spChg chg="add">
          <ac:chgData name="P Durga Prasanthi" userId="c6e266c251b346db" providerId="LiveId" clId="{E7BD783F-00E7-4455-B741-5FB2002CED5B}" dt="2026-03-04T07:01:32.761" v="2675" actId="26606"/>
          <ac:spMkLst>
            <pc:docMk/>
            <pc:sldMk cId="283652358" sldId="281"/>
            <ac:spMk id="15" creationId="{1BF0792A-0F2B-4A2E-AB38-0A4F18A3072D}"/>
          </ac:spMkLst>
        </pc:spChg>
        <pc:spChg chg="add">
          <ac:chgData name="P Durga Prasanthi" userId="c6e266c251b346db" providerId="LiveId" clId="{E7BD783F-00E7-4455-B741-5FB2002CED5B}" dt="2026-03-04T07:01:32.761" v="2675" actId="26606"/>
          <ac:spMkLst>
            <pc:docMk/>
            <pc:sldMk cId="283652358" sldId="281"/>
            <ac:spMk id="17" creationId="{F57DB18D-C2F1-4C8C-8808-9C01ECE6834E}"/>
          </ac:spMkLst>
        </pc:spChg>
        <pc:grpChg chg="add">
          <ac:chgData name="P Durga Prasanthi" userId="c6e266c251b346db" providerId="LiveId" clId="{E7BD783F-00E7-4455-B741-5FB2002CED5B}" dt="2026-03-04T07:01:32.761" v="2675" actId="26606"/>
          <ac:grpSpMkLst>
            <pc:docMk/>
            <pc:sldMk cId="283652358" sldId="281"/>
            <ac:grpSpMk id="19" creationId="{E5D935FA-3336-4941-9214-E250A5727F40}"/>
          </ac:grpSpMkLst>
        </pc:grpChg>
        <pc:picChg chg="add">
          <ac:chgData name="P Durga Prasanthi" userId="c6e266c251b346db" providerId="LiveId" clId="{E7BD783F-00E7-4455-B741-5FB2002CED5B}" dt="2026-03-04T07:01:32.761" v="2675" actId="26606"/>
          <ac:picMkLst>
            <pc:docMk/>
            <pc:sldMk cId="283652358" sldId="281"/>
            <ac:picMk id="9" creationId="{C2192E09-EBC7-416C-B887-DFF915D7F43D}"/>
          </ac:picMkLst>
        </pc:picChg>
        <pc:picChg chg="add">
          <ac:chgData name="P Durga Prasanthi" userId="c6e266c251b346db" providerId="LiveId" clId="{E7BD783F-00E7-4455-B741-5FB2002CED5B}" dt="2026-03-04T07:01:32.761" v="2675" actId="26606"/>
          <ac:picMkLst>
            <pc:docMk/>
            <pc:sldMk cId="283652358" sldId="281"/>
            <ac:picMk id="27" creationId="{75CC23F7-9F20-4C4B-8608-BD4DE9728FA5}"/>
          </ac:picMkLst>
        </pc:picChg>
        <pc:cxnChg chg="add">
          <ac:chgData name="P Durga Prasanthi" userId="c6e266c251b346db" providerId="LiveId" clId="{E7BD783F-00E7-4455-B741-5FB2002CED5B}" dt="2026-03-04T07:01:32.761" v="2675" actId="26606"/>
          <ac:cxnSpMkLst>
            <pc:docMk/>
            <pc:sldMk cId="283652358" sldId="281"/>
            <ac:cxnSpMk id="11" creationId="{2924498D-E084-44BE-A196-CFCE35564350}"/>
          </ac:cxnSpMkLst>
        </pc:cxnChg>
        <pc:cxnChg chg="add">
          <ac:chgData name="P Durga Prasanthi" userId="c6e266c251b346db" providerId="LiveId" clId="{E7BD783F-00E7-4455-B741-5FB2002CED5B}" dt="2026-03-04T07:01:32.761" v="2675" actId="26606"/>
          <ac:cxnSpMkLst>
            <pc:docMk/>
            <pc:sldMk cId="283652358" sldId="281"/>
            <ac:cxnSpMk id="13" creationId="{3BBC7667-C352-4842-9AFD-E5C16AD002F4}"/>
          </ac:cxnSpMkLst>
        </pc:cxnChg>
        <pc:cxnChg chg="add">
          <ac:chgData name="P Durga Prasanthi" userId="c6e266c251b346db" providerId="LiveId" clId="{E7BD783F-00E7-4455-B741-5FB2002CED5B}" dt="2026-03-04T07:01:32.761" v="2675" actId="26606"/>
          <ac:cxnSpMkLst>
            <pc:docMk/>
            <pc:sldMk cId="283652358" sldId="281"/>
            <ac:cxnSpMk id="23" creationId="{87F797D1-251E-41FE-9FF8-AD487DEF28AC}"/>
          </ac:cxnSpMkLst>
        </pc:cxnChg>
      </pc:sldChg>
      <pc:sldChg chg="new">
        <pc:chgData name="P Durga Prasanthi" userId="c6e266c251b346db" providerId="LiveId" clId="{E7BD783F-00E7-4455-B741-5FB2002CED5B}" dt="2026-03-05T16:51:36.772" v="2799" actId="680"/>
        <pc:sldMkLst>
          <pc:docMk/>
          <pc:sldMk cId="3018052894" sldId="28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1B733D-D1DA-4D9F-83C9-142B5EE562D4}"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FF1F0004-4E3B-4644-BBC9-776F73764E9E}">
      <dgm:prSet/>
      <dgm:spPr/>
      <dgm:t>
        <a:bodyPr/>
        <a:lstStyle/>
        <a:p>
          <a:r>
            <a:rPr lang="en-US"/>
            <a:t>Route Management Module</a:t>
          </a:r>
        </a:p>
      </dgm:t>
    </dgm:pt>
    <dgm:pt modelId="{AE6B92AD-6B25-400E-9C81-9169A71A251D}" type="parTrans" cxnId="{E03DEAD7-E05C-4119-A7E2-4B46A3F6BF34}">
      <dgm:prSet/>
      <dgm:spPr/>
      <dgm:t>
        <a:bodyPr/>
        <a:lstStyle/>
        <a:p>
          <a:endParaRPr lang="en-US"/>
        </a:p>
      </dgm:t>
    </dgm:pt>
    <dgm:pt modelId="{5AE6AF67-10CD-4FBC-97E9-A295AE5C4321}" type="sibTrans" cxnId="{E03DEAD7-E05C-4119-A7E2-4B46A3F6BF34}">
      <dgm:prSet/>
      <dgm:spPr/>
      <dgm:t>
        <a:bodyPr/>
        <a:lstStyle/>
        <a:p>
          <a:endParaRPr lang="en-US"/>
        </a:p>
      </dgm:t>
    </dgm:pt>
    <dgm:pt modelId="{49A6E9FD-B48E-4412-A993-C0C917F8E8EA}">
      <dgm:prSet/>
      <dgm:spPr/>
      <dgm:t>
        <a:bodyPr/>
        <a:lstStyle/>
        <a:p>
          <a:r>
            <a:rPr lang="en-US"/>
            <a:t>Seat Availability Module</a:t>
          </a:r>
        </a:p>
      </dgm:t>
    </dgm:pt>
    <dgm:pt modelId="{C23BD77B-E18D-4EE8-B082-3C2098115E65}" type="parTrans" cxnId="{33DD9AE0-EDD7-4C03-B563-C28925DBA083}">
      <dgm:prSet/>
      <dgm:spPr/>
      <dgm:t>
        <a:bodyPr/>
        <a:lstStyle/>
        <a:p>
          <a:endParaRPr lang="en-US"/>
        </a:p>
      </dgm:t>
    </dgm:pt>
    <dgm:pt modelId="{E4E2232B-CC12-4837-B285-D6FE45E9AA9F}" type="sibTrans" cxnId="{33DD9AE0-EDD7-4C03-B563-C28925DBA083}">
      <dgm:prSet/>
      <dgm:spPr/>
      <dgm:t>
        <a:bodyPr/>
        <a:lstStyle/>
        <a:p>
          <a:endParaRPr lang="en-US"/>
        </a:p>
      </dgm:t>
    </dgm:pt>
    <dgm:pt modelId="{E94F3FC2-5237-41DF-AC5F-9DC09BCAD5A2}">
      <dgm:prSet/>
      <dgm:spPr/>
      <dgm:t>
        <a:bodyPr/>
        <a:lstStyle/>
        <a:p>
          <a:r>
            <a:rPr lang="en-US"/>
            <a:t>Ticket Booking Module</a:t>
          </a:r>
        </a:p>
      </dgm:t>
    </dgm:pt>
    <dgm:pt modelId="{5A57F34F-C630-4FDB-8652-42139E28F7FE}" type="parTrans" cxnId="{C45D7751-B3A5-4915-80F9-EC3FFF6A145C}">
      <dgm:prSet/>
      <dgm:spPr/>
      <dgm:t>
        <a:bodyPr/>
        <a:lstStyle/>
        <a:p>
          <a:endParaRPr lang="en-US"/>
        </a:p>
      </dgm:t>
    </dgm:pt>
    <dgm:pt modelId="{AE3793F6-E5F1-4133-AE83-257299D12734}" type="sibTrans" cxnId="{C45D7751-B3A5-4915-80F9-EC3FFF6A145C}">
      <dgm:prSet/>
      <dgm:spPr/>
      <dgm:t>
        <a:bodyPr/>
        <a:lstStyle/>
        <a:p>
          <a:endParaRPr lang="en-US"/>
        </a:p>
      </dgm:t>
    </dgm:pt>
    <dgm:pt modelId="{C30AE713-89E4-42AB-A21D-2BBC6B3A6E6B}">
      <dgm:prSet/>
      <dgm:spPr/>
      <dgm:t>
        <a:bodyPr/>
        <a:lstStyle/>
        <a:p>
          <a:r>
            <a:rPr lang="en-US"/>
            <a:t>Ticket Cancellation Module</a:t>
          </a:r>
        </a:p>
      </dgm:t>
    </dgm:pt>
    <dgm:pt modelId="{6321B82F-632C-41E2-8FF5-9118EA93C596}" type="parTrans" cxnId="{82A8CDD1-7FA5-46C1-A80E-E922DD3146B0}">
      <dgm:prSet/>
      <dgm:spPr/>
      <dgm:t>
        <a:bodyPr/>
        <a:lstStyle/>
        <a:p>
          <a:endParaRPr lang="en-US"/>
        </a:p>
      </dgm:t>
    </dgm:pt>
    <dgm:pt modelId="{A7668724-93F0-452C-B754-18BAA817C080}" type="sibTrans" cxnId="{82A8CDD1-7FA5-46C1-A80E-E922DD3146B0}">
      <dgm:prSet/>
      <dgm:spPr/>
      <dgm:t>
        <a:bodyPr/>
        <a:lstStyle/>
        <a:p>
          <a:endParaRPr lang="en-US"/>
        </a:p>
      </dgm:t>
    </dgm:pt>
    <dgm:pt modelId="{392F4B10-268B-4A1A-816E-15444E3292BE}">
      <dgm:prSet/>
      <dgm:spPr/>
      <dgm:t>
        <a:bodyPr/>
        <a:lstStyle/>
        <a:p>
          <a:r>
            <a:rPr lang="en-US"/>
            <a:t>Database Management Module</a:t>
          </a:r>
        </a:p>
      </dgm:t>
    </dgm:pt>
    <dgm:pt modelId="{6094CE07-0912-4634-9E5E-B39B732CDE05}" type="parTrans" cxnId="{49F5CEAB-4C9C-4AB7-B688-642C183764C4}">
      <dgm:prSet/>
      <dgm:spPr/>
      <dgm:t>
        <a:bodyPr/>
        <a:lstStyle/>
        <a:p>
          <a:endParaRPr lang="en-US"/>
        </a:p>
      </dgm:t>
    </dgm:pt>
    <dgm:pt modelId="{0D3C524C-8EF5-46D5-AD96-5F1D71EBE66B}" type="sibTrans" cxnId="{49F5CEAB-4C9C-4AB7-B688-642C183764C4}">
      <dgm:prSet/>
      <dgm:spPr/>
      <dgm:t>
        <a:bodyPr/>
        <a:lstStyle/>
        <a:p>
          <a:endParaRPr lang="en-US"/>
        </a:p>
      </dgm:t>
    </dgm:pt>
    <dgm:pt modelId="{74F1335A-D38E-4375-8A31-C5E738DF816D}">
      <dgm:prSet/>
      <dgm:spPr/>
      <dgm:t>
        <a:bodyPr/>
        <a:lstStyle/>
        <a:p>
          <a:r>
            <a:rPr lang="en-US"/>
            <a:t>User Interface Module</a:t>
          </a:r>
        </a:p>
      </dgm:t>
    </dgm:pt>
    <dgm:pt modelId="{9DE8D88C-032C-410F-80DD-66D8FCD3E6A6}" type="parTrans" cxnId="{93486A9E-8738-4FCF-9793-A1E6E927EAAF}">
      <dgm:prSet/>
      <dgm:spPr/>
      <dgm:t>
        <a:bodyPr/>
        <a:lstStyle/>
        <a:p>
          <a:endParaRPr lang="en-US"/>
        </a:p>
      </dgm:t>
    </dgm:pt>
    <dgm:pt modelId="{04CF388E-224D-4A36-B03B-01592DF2F8C0}" type="sibTrans" cxnId="{93486A9E-8738-4FCF-9793-A1E6E927EAAF}">
      <dgm:prSet/>
      <dgm:spPr/>
      <dgm:t>
        <a:bodyPr/>
        <a:lstStyle/>
        <a:p>
          <a:endParaRPr lang="en-US"/>
        </a:p>
      </dgm:t>
    </dgm:pt>
    <dgm:pt modelId="{B96A91A6-6B33-4E54-9391-D1BC471988BF}" type="pres">
      <dgm:prSet presAssocID="{7C1B733D-D1DA-4D9F-83C9-142B5EE562D4}" presName="diagram" presStyleCnt="0">
        <dgm:presLayoutVars>
          <dgm:dir/>
          <dgm:resizeHandles val="exact"/>
        </dgm:presLayoutVars>
      </dgm:prSet>
      <dgm:spPr/>
    </dgm:pt>
    <dgm:pt modelId="{E4BE69D8-CF13-4F5A-A530-40A6EB7BE953}" type="pres">
      <dgm:prSet presAssocID="{FF1F0004-4E3B-4644-BBC9-776F73764E9E}" presName="node" presStyleLbl="node1" presStyleIdx="0" presStyleCnt="6">
        <dgm:presLayoutVars>
          <dgm:bulletEnabled val="1"/>
        </dgm:presLayoutVars>
      </dgm:prSet>
      <dgm:spPr/>
    </dgm:pt>
    <dgm:pt modelId="{770C2158-464F-4B27-A97C-3109602F577A}" type="pres">
      <dgm:prSet presAssocID="{5AE6AF67-10CD-4FBC-97E9-A295AE5C4321}" presName="sibTrans" presStyleCnt="0"/>
      <dgm:spPr/>
    </dgm:pt>
    <dgm:pt modelId="{FEAA547A-2322-4ACF-AA37-09B8FBA1F6E6}" type="pres">
      <dgm:prSet presAssocID="{49A6E9FD-B48E-4412-A993-C0C917F8E8EA}" presName="node" presStyleLbl="node1" presStyleIdx="1" presStyleCnt="6">
        <dgm:presLayoutVars>
          <dgm:bulletEnabled val="1"/>
        </dgm:presLayoutVars>
      </dgm:prSet>
      <dgm:spPr/>
    </dgm:pt>
    <dgm:pt modelId="{ADBCA39B-EF95-44D6-9FFF-60BFBA2A77B8}" type="pres">
      <dgm:prSet presAssocID="{E4E2232B-CC12-4837-B285-D6FE45E9AA9F}" presName="sibTrans" presStyleCnt="0"/>
      <dgm:spPr/>
    </dgm:pt>
    <dgm:pt modelId="{0A1A5973-E783-4BA7-823D-D154C2E7DECA}" type="pres">
      <dgm:prSet presAssocID="{E94F3FC2-5237-41DF-AC5F-9DC09BCAD5A2}" presName="node" presStyleLbl="node1" presStyleIdx="2" presStyleCnt="6">
        <dgm:presLayoutVars>
          <dgm:bulletEnabled val="1"/>
        </dgm:presLayoutVars>
      </dgm:prSet>
      <dgm:spPr/>
    </dgm:pt>
    <dgm:pt modelId="{4FFD733F-1FB8-413A-97CB-83E92A972F58}" type="pres">
      <dgm:prSet presAssocID="{AE3793F6-E5F1-4133-AE83-257299D12734}" presName="sibTrans" presStyleCnt="0"/>
      <dgm:spPr/>
    </dgm:pt>
    <dgm:pt modelId="{79A40D48-D384-43BF-9BAF-BDF974B52637}" type="pres">
      <dgm:prSet presAssocID="{C30AE713-89E4-42AB-A21D-2BBC6B3A6E6B}" presName="node" presStyleLbl="node1" presStyleIdx="3" presStyleCnt="6">
        <dgm:presLayoutVars>
          <dgm:bulletEnabled val="1"/>
        </dgm:presLayoutVars>
      </dgm:prSet>
      <dgm:spPr/>
    </dgm:pt>
    <dgm:pt modelId="{05075DB7-2D39-4DD0-B8DD-B9CDFF9E2BD5}" type="pres">
      <dgm:prSet presAssocID="{A7668724-93F0-452C-B754-18BAA817C080}" presName="sibTrans" presStyleCnt="0"/>
      <dgm:spPr/>
    </dgm:pt>
    <dgm:pt modelId="{33A75E38-54A5-4FDC-81A9-FF569B4FF1F8}" type="pres">
      <dgm:prSet presAssocID="{392F4B10-268B-4A1A-816E-15444E3292BE}" presName="node" presStyleLbl="node1" presStyleIdx="4" presStyleCnt="6">
        <dgm:presLayoutVars>
          <dgm:bulletEnabled val="1"/>
        </dgm:presLayoutVars>
      </dgm:prSet>
      <dgm:spPr/>
    </dgm:pt>
    <dgm:pt modelId="{C0E81863-CFFB-41A0-8FAF-432776E85DDA}" type="pres">
      <dgm:prSet presAssocID="{0D3C524C-8EF5-46D5-AD96-5F1D71EBE66B}" presName="sibTrans" presStyleCnt="0"/>
      <dgm:spPr/>
    </dgm:pt>
    <dgm:pt modelId="{882D1AA3-F05E-45A8-80C4-1C9440D786D2}" type="pres">
      <dgm:prSet presAssocID="{74F1335A-D38E-4375-8A31-C5E738DF816D}" presName="node" presStyleLbl="node1" presStyleIdx="5" presStyleCnt="6">
        <dgm:presLayoutVars>
          <dgm:bulletEnabled val="1"/>
        </dgm:presLayoutVars>
      </dgm:prSet>
      <dgm:spPr/>
    </dgm:pt>
  </dgm:ptLst>
  <dgm:cxnLst>
    <dgm:cxn modelId="{8405B208-C0FF-49B4-B645-4786BF294E31}" type="presOf" srcId="{74F1335A-D38E-4375-8A31-C5E738DF816D}" destId="{882D1AA3-F05E-45A8-80C4-1C9440D786D2}" srcOrd="0" destOrd="0" presId="urn:microsoft.com/office/officeart/2005/8/layout/default"/>
    <dgm:cxn modelId="{B47CC01D-F07D-4829-873A-C2672DB54227}" type="presOf" srcId="{392F4B10-268B-4A1A-816E-15444E3292BE}" destId="{33A75E38-54A5-4FDC-81A9-FF569B4FF1F8}" srcOrd="0" destOrd="0" presId="urn:microsoft.com/office/officeart/2005/8/layout/default"/>
    <dgm:cxn modelId="{FB6A932D-F936-4F78-97EC-7B847D382C74}" type="presOf" srcId="{C30AE713-89E4-42AB-A21D-2BBC6B3A6E6B}" destId="{79A40D48-D384-43BF-9BAF-BDF974B52637}" srcOrd="0" destOrd="0" presId="urn:microsoft.com/office/officeart/2005/8/layout/default"/>
    <dgm:cxn modelId="{45E3383B-473F-41E2-B96A-7597A5C7800A}" type="presOf" srcId="{E94F3FC2-5237-41DF-AC5F-9DC09BCAD5A2}" destId="{0A1A5973-E783-4BA7-823D-D154C2E7DECA}" srcOrd="0" destOrd="0" presId="urn:microsoft.com/office/officeart/2005/8/layout/default"/>
    <dgm:cxn modelId="{C1B76147-4622-4704-9D71-E9452B353417}" type="presOf" srcId="{49A6E9FD-B48E-4412-A993-C0C917F8E8EA}" destId="{FEAA547A-2322-4ACF-AA37-09B8FBA1F6E6}" srcOrd="0" destOrd="0" presId="urn:microsoft.com/office/officeart/2005/8/layout/default"/>
    <dgm:cxn modelId="{2A2FEB4A-E7CD-464A-A4EF-D9B85C4450D8}" type="presOf" srcId="{FF1F0004-4E3B-4644-BBC9-776F73764E9E}" destId="{E4BE69D8-CF13-4F5A-A530-40A6EB7BE953}" srcOrd="0" destOrd="0" presId="urn:microsoft.com/office/officeart/2005/8/layout/default"/>
    <dgm:cxn modelId="{C45D7751-B3A5-4915-80F9-EC3FFF6A145C}" srcId="{7C1B733D-D1DA-4D9F-83C9-142B5EE562D4}" destId="{E94F3FC2-5237-41DF-AC5F-9DC09BCAD5A2}" srcOrd="2" destOrd="0" parTransId="{5A57F34F-C630-4FDB-8652-42139E28F7FE}" sibTransId="{AE3793F6-E5F1-4133-AE83-257299D12734}"/>
    <dgm:cxn modelId="{D19E7476-B882-479A-803B-7232E59AC6DA}" type="presOf" srcId="{7C1B733D-D1DA-4D9F-83C9-142B5EE562D4}" destId="{B96A91A6-6B33-4E54-9391-D1BC471988BF}" srcOrd="0" destOrd="0" presId="urn:microsoft.com/office/officeart/2005/8/layout/default"/>
    <dgm:cxn modelId="{93486A9E-8738-4FCF-9793-A1E6E927EAAF}" srcId="{7C1B733D-D1DA-4D9F-83C9-142B5EE562D4}" destId="{74F1335A-D38E-4375-8A31-C5E738DF816D}" srcOrd="5" destOrd="0" parTransId="{9DE8D88C-032C-410F-80DD-66D8FCD3E6A6}" sibTransId="{04CF388E-224D-4A36-B03B-01592DF2F8C0}"/>
    <dgm:cxn modelId="{49F5CEAB-4C9C-4AB7-B688-642C183764C4}" srcId="{7C1B733D-D1DA-4D9F-83C9-142B5EE562D4}" destId="{392F4B10-268B-4A1A-816E-15444E3292BE}" srcOrd="4" destOrd="0" parTransId="{6094CE07-0912-4634-9E5E-B39B732CDE05}" sibTransId="{0D3C524C-8EF5-46D5-AD96-5F1D71EBE66B}"/>
    <dgm:cxn modelId="{82A8CDD1-7FA5-46C1-A80E-E922DD3146B0}" srcId="{7C1B733D-D1DA-4D9F-83C9-142B5EE562D4}" destId="{C30AE713-89E4-42AB-A21D-2BBC6B3A6E6B}" srcOrd="3" destOrd="0" parTransId="{6321B82F-632C-41E2-8FF5-9118EA93C596}" sibTransId="{A7668724-93F0-452C-B754-18BAA817C080}"/>
    <dgm:cxn modelId="{E03DEAD7-E05C-4119-A7E2-4B46A3F6BF34}" srcId="{7C1B733D-D1DA-4D9F-83C9-142B5EE562D4}" destId="{FF1F0004-4E3B-4644-BBC9-776F73764E9E}" srcOrd="0" destOrd="0" parTransId="{AE6B92AD-6B25-400E-9C81-9169A71A251D}" sibTransId="{5AE6AF67-10CD-4FBC-97E9-A295AE5C4321}"/>
    <dgm:cxn modelId="{33DD9AE0-EDD7-4C03-B563-C28925DBA083}" srcId="{7C1B733D-D1DA-4D9F-83C9-142B5EE562D4}" destId="{49A6E9FD-B48E-4412-A993-C0C917F8E8EA}" srcOrd="1" destOrd="0" parTransId="{C23BD77B-E18D-4EE8-B082-3C2098115E65}" sibTransId="{E4E2232B-CC12-4837-B285-D6FE45E9AA9F}"/>
    <dgm:cxn modelId="{1B443D77-52E5-48B7-8946-81EE502D8BC1}" type="presParOf" srcId="{B96A91A6-6B33-4E54-9391-D1BC471988BF}" destId="{E4BE69D8-CF13-4F5A-A530-40A6EB7BE953}" srcOrd="0" destOrd="0" presId="urn:microsoft.com/office/officeart/2005/8/layout/default"/>
    <dgm:cxn modelId="{3D1CDCA1-8CF1-4C9F-8BE8-E00BE4689472}" type="presParOf" srcId="{B96A91A6-6B33-4E54-9391-D1BC471988BF}" destId="{770C2158-464F-4B27-A97C-3109602F577A}" srcOrd="1" destOrd="0" presId="urn:microsoft.com/office/officeart/2005/8/layout/default"/>
    <dgm:cxn modelId="{7162D843-BB58-483A-BA6C-F57B7F03B911}" type="presParOf" srcId="{B96A91A6-6B33-4E54-9391-D1BC471988BF}" destId="{FEAA547A-2322-4ACF-AA37-09B8FBA1F6E6}" srcOrd="2" destOrd="0" presId="urn:microsoft.com/office/officeart/2005/8/layout/default"/>
    <dgm:cxn modelId="{7D05B3A3-DE86-4760-9A2E-CD27C7742640}" type="presParOf" srcId="{B96A91A6-6B33-4E54-9391-D1BC471988BF}" destId="{ADBCA39B-EF95-44D6-9FFF-60BFBA2A77B8}" srcOrd="3" destOrd="0" presId="urn:microsoft.com/office/officeart/2005/8/layout/default"/>
    <dgm:cxn modelId="{C8A1EC90-0AE3-417C-90E4-8C32D59426B6}" type="presParOf" srcId="{B96A91A6-6B33-4E54-9391-D1BC471988BF}" destId="{0A1A5973-E783-4BA7-823D-D154C2E7DECA}" srcOrd="4" destOrd="0" presId="urn:microsoft.com/office/officeart/2005/8/layout/default"/>
    <dgm:cxn modelId="{07498E19-22C3-4BA0-8041-BEF43C354F9D}" type="presParOf" srcId="{B96A91A6-6B33-4E54-9391-D1BC471988BF}" destId="{4FFD733F-1FB8-413A-97CB-83E92A972F58}" srcOrd="5" destOrd="0" presId="urn:microsoft.com/office/officeart/2005/8/layout/default"/>
    <dgm:cxn modelId="{FEF16F57-DD01-4BA7-A5B4-3FE58BDCB024}" type="presParOf" srcId="{B96A91A6-6B33-4E54-9391-D1BC471988BF}" destId="{79A40D48-D384-43BF-9BAF-BDF974B52637}" srcOrd="6" destOrd="0" presId="urn:microsoft.com/office/officeart/2005/8/layout/default"/>
    <dgm:cxn modelId="{4AD98D06-5B35-4316-91DA-5A87C3D749FC}" type="presParOf" srcId="{B96A91A6-6B33-4E54-9391-D1BC471988BF}" destId="{05075DB7-2D39-4DD0-B8DD-B9CDFF9E2BD5}" srcOrd="7" destOrd="0" presId="urn:microsoft.com/office/officeart/2005/8/layout/default"/>
    <dgm:cxn modelId="{0A320D5B-04F9-47D1-A81D-19CDB76528BE}" type="presParOf" srcId="{B96A91A6-6B33-4E54-9391-D1BC471988BF}" destId="{33A75E38-54A5-4FDC-81A9-FF569B4FF1F8}" srcOrd="8" destOrd="0" presId="urn:microsoft.com/office/officeart/2005/8/layout/default"/>
    <dgm:cxn modelId="{9D52207E-C08F-49E5-A44B-5B1766E8F1FA}" type="presParOf" srcId="{B96A91A6-6B33-4E54-9391-D1BC471988BF}" destId="{C0E81863-CFFB-41A0-8FAF-432776E85DDA}" srcOrd="9" destOrd="0" presId="urn:microsoft.com/office/officeart/2005/8/layout/default"/>
    <dgm:cxn modelId="{303107A0-711A-4480-B06E-AD1729B8AACB}" type="presParOf" srcId="{B96A91A6-6B33-4E54-9391-D1BC471988BF}" destId="{882D1AA3-F05E-45A8-80C4-1C9440D786D2}"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BE69D8-CF13-4F5A-A530-40A6EB7BE953}">
      <dsp:nvSpPr>
        <dsp:cNvPr id="0" name=""/>
        <dsp:cNvSpPr/>
      </dsp:nvSpPr>
      <dsp:spPr>
        <a:xfrm>
          <a:off x="225102" y="2172"/>
          <a:ext cx="2860678" cy="1716406"/>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Route Management Module</a:t>
          </a:r>
        </a:p>
      </dsp:txBody>
      <dsp:txXfrm>
        <a:off x="225102" y="2172"/>
        <a:ext cx="2860678" cy="1716406"/>
      </dsp:txXfrm>
    </dsp:sp>
    <dsp:sp modelId="{FEAA547A-2322-4ACF-AA37-09B8FBA1F6E6}">
      <dsp:nvSpPr>
        <dsp:cNvPr id="0" name=""/>
        <dsp:cNvSpPr/>
      </dsp:nvSpPr>
      <dsp:spPr>
        <a:xfrm>
          <a:off x="3371848" y="2172"/>
          <a:ext cx="2860678" cy="1716406"/>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Seat Availability Module</a:t>
          </a:r>
        </a:p>
      </dsp:txBody>
      <dsp:txXfrm>
        <a:off x="3371848" y="2172"/>
        <a:ext cx="2860678" cy="1716406"/>
      </dsp:txXfrm>
    </dsp:sp>
    <dsp:sp modelId="{0A1A5973-E783-4BA7-823D-D154C2E7DECA}">
      <dsp:nvSpPr>
        <dsp:cNvPr id="0" name=""/>
        <dsp:cNvSpPr/>
      </dsp:nvSpPr>
      <dsp:spPr>
        <a:xfrm>
          <a:off x="6518594" y="2172"/>
          <a:ext cx="2860678" cy="1716406"/>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Ticket Booking Module</a:t>
          </a:r>
        </a:p>
      </dsp:txBody>
      <dsp:txXfrm>
        <a:off x="6518594" y="2172"/>
        <a:ext cx="2860678" cy="1716406"/>
      </dsp:txXfrm>
    </dsp:sp>
    <dsp:sp modelId="{79A40D48-D384-43BF-9BAF-BDF974B52637}">
      <dsp:nvSpPr>
        <dsp:cNvPr id="0" name=""/>
        <dsp:cNvSpPr/>
      </dsp:nvSpPr>
      <dsp:spPr>
        <a:xfrm>
          <a:off x="225102" y="2004647"/>
          <a:ext cx="2860678" cy="1716406"/>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Ticket Cancellation Module</a:t>
          </a:r>
        </a:p>
      </dsp:txBody>
      <dsp:txXfrm>
        <a:off x="225102" y="2004647"/>
        <a:ext cx="2860678" cy="1716406"/>
      </dsp:txXfrm>
    </dsp:sp>
    <dsp:sp modelId="{33A75E38-54A5-4FDC-81A9-FF569B4FF1F8}">
      <dsp:nvSpPr>
        <dsp:cNvPr id="0" name=""/>
        <dsp:cNvSpPr/>
      </dsp:nvSpPr>
      <dsp:spPr>
        <a:xfrm>
          <a:off x="3371848" y="2004647"/>
          <a:ext cx="2860678" cy="1716406"/>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Database Management Module</a:t>
          </a:r>
        </a:p>
      </dsp:txBody>
      <dsp:txXfrm>
        <a:off x="3371848" y="2004647"/>
        <a:ext cx="2860678" cy="1716406"/>
      </dsp:txXfrm>
    </dsp:sp>
    <dsp:sp modelId="{882D1AA3-F05E-45A8-80C4-1C9440D786D2}">
      <dsp:nvSpPr>
        <dsp:cNvPr id="0" name=""/>
        <dsp:cNvSpPr/>
      </dsp:nvSpPr>
      <dsp:spPr>
        <a:xfrm>
          <a:off x="6518594" y="2004647"/>
          <a:ext cx="2860678" cy="1716406"/>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kern="1200"/>
            <a:t>User Interface Module</a:t>
          </a:r>
        </a:p>
      </dsp:txBody>
      <dsp:txXfrm>
        <a:off x="6518594" y="2004647"/>
        <a:ext cx="2860678" cy="171640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D8F8B5-3C76-4CDB-B071-3A156D3CC0A0}" type="datetimeFigureOut">
              <a:rPr lang="en-US" smtClean="0"/>
              <a:t>3/6/2026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148E37-D0A0-4D29-AB84-8A70816E0313}" type="slidenum">
              <a:rPr lang="en-US" smtClean="0"/>
              <a:t>‹#›</a:t>
            </a:fld>
            <a:endParaRPr lang="en-US"/>
          </a:p>
        </p:txBody>
      </p:sp>
    </p:spTree>
    <p:extLst>
      <p:ext uri="{BB962C8B-B14F-4D97-AF65-F5344CB8AC3E}">
        <p14:creationId xmlns:p14="http://schemas.microsoft.com/office/powerpoint/2010/main" val="1808828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2E1B0E-B999-4F6C-8752-9B93AF26FA4D}" type="datetimeFigureOut">
              <a:rPr lang="en-US" smtClean="0"/>
              <a:t>3/6/2026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72462573-823D-4BF2-A1DD-A07956B4DD34}"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50282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2E1B0E-B999-4F6C-8752-9B93AF26FA4D}"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62573-823D-4BF2-A1DD-A07956B4DD34}"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10131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2E1B0E-B999-4F6C-8752-9B93AF26FA4D}"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62573-823D-4BF2-A1DD-A07956B4DD34}"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80794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2E1B0E-B999-4F6C-8752-9B93AF26FA4D}"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462573-823D-4BF2-A1DD-A07956B4DD34}"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71142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2E1B0E-B999-4F6C-8752-9B93AF26FA4D}" type="datetimeFigureOut">
              <a:rPr lang="en-US" smtClean="0"/>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462573-823D-4BF2-A1DD-A07956B4DD34}"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00073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2E1B0E-B999-4F6C-8752-9B93AF26FA4D}"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462573-823D-4BF2-A1DD-A07956B4DD34}"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28804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2E1B0E-B999-4F6C-8752-9B93AF26FA4D}" type="datetimeFigureOut">
              <a:rPr lang="en-US" smtClean="0"/>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462573-823D-4BF2-A1DD-A07956B4DD34}" type="slidenum">
              <a:rPr lang="en-US" smtClean="0"/>
              <a:t>‹#›</a:t>
            </a:fld>
            <a:endParaRPr lang="en-US"/>
          </a:p>
        </p:txBody>
      </p:sp>
    </p:spTree>
    <p:extLst>
      <p:ext uri="{BB962C8B-B14F-4D97-AF65-F5344CB8AC3E}">
        <p14:creationId xmlns:p14="http://schemas.microsoft.com/office/powerpoint/2010/main" val="3819984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2E1B0E-B999-4F6C-8752-9B93AF26FA4D}"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462573-823D-4BF2-A1DD-A07956B4DD34}"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75346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852E1B0E-B999-4F6C-8752-9B93AF26FA4D}" type="datetimeFigureOut">
              <a:rPr lang="en-US" smtClean="0"/>
              <a:t>3/6/2026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72462573-823D-4BF2-A1DD-A07956B4DD34}"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00123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2E1B0E-B999-4F6C-8752-9B93AF26FA4D}"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62573-823D-4BF2-A1DD-A07956B4DD34}"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29466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2E1B0E-B999-4F6C-8752-9B93AF26FA4D}"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62573-823D-4BF2-A1DD-A07956B4DD34}"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94769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852E1B0E-B999-4F6C-8752-9B93AF26FA4D}" type="datetimeFigureOut">
              <a:rPr lang="en-US" smtClean="0"/>
              <a:t>3/6/2026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72462573-823D-4BF2-A1DD-A07956B4DD34}"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32342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rawpixel.com/search/bus" TargetMode="External"/><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65513E21-21B0-48DB-8CF1-35E43B33A4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97635FB-5AE1-891F-7460-DA9F10D82A19}"/>
              </a:ext>
            </a:extLst>
          </p:cNvPr>
          <p:cNvPicPr>
            <a:picLocks noChangeAspect="1"/>
          </p:cNvPicPr>
          <p:nvPr/>
        </p:nvPicPr>
        <p:blipFill>
          <a:blip r:embed="rId2">
            <a:alphaModFix amt="50000"/>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5411" r="-1" b="-1"/>
          <a:stretch>
            <a:fillRect/>
          </a:stretch>
        </p:blipFill>
        <p:spPr>
          <a:xfrm>
            <a:off x="325" y="10"/>
            <a:ext cx="12191675" cy="6857990"/>
          </a:xfrm>
          <a:prstGeom prst="rect">
            <a:avLst/>
          </a:prstGeom>
          <a:scene3d>
            <a:camera prst="perspectiveFront" fov="5400000"/>
            <a:lightRig rig="threePt" dir="t">
              <a:rot lat="0" lon="0" rev="2100000"/>
            </a:lightRig>
          </a:scene3d>
          <a:sp3d extrusionH="25400">
            <a:bevelT w="304800" h="152400" prst="hardEdge"/>
            <a:extrusionClr>
              <a:srgbClr val="000000"/>
            </a:extrusionClr>
          </a:sp3d>
        </p:spPr>
      </p:pic>
      <p:sp>
        <p:nvSpPr>
          <p:cNvPr id="2" name="Title 1">
            <a:extLst>
              <a:ext uri="{FF2B5EF4-FFF2-40B4-BE49-F238E27FC236}">
                <a16:creationId xmlns:a16="http://schemas.microsoft.com/office/drawing/2014/main" id="{AEF7E2F4-2A4E-21EA-9D97-2DDFA2A71CC3}"/>
              </a:ext>
            </a:extLst>
          </p:cNvPr>
          <p:cNvSpPr>
            <a:spLocks noGrp="1"/>
          </p:cNvSpPr>
          <p:nvPr>
            <p:ph type="ctrTitle"/>
          </p:nvPr>
        </p:nvSpPr>
        <p:spPr>
          <a:xfrm>
            <a:off x="4976636" y="992221"/>
            <a:ext cx="6247308" cy="4873558"/>
          </a:xfrm>
        </p:spPr>
        <p:txBody>
          <a:bodyPr anchor="ctr">
            <a:normAutofit/>
          </a:bodyPr>
          <a:lstStyle/>
          <a:p>
            <a:br>
              <a:rPr lang="en-US" sz="4800" b="1" dirty="0">
                <a:latin typeface="Algerian" panose="04020705040A02060702" pitchFamily="82" charset="0"/>
              </a:rPr>
            </a:br>
            <a:r>
              <a:rPr lang="en-US" sz="4800" b="1" u="sng" dirty="0">
                <a:effectLst>
                  <a:outerShdw blurRad="38100" dist="38100" dir="2700000" algn="tl">
                    <a:srgbClr val="000000">
                      <a:alpha val="43137"/>
                    </a:srgbClr>
                  </a:outerShdw>
                </a:effectLst>
                <a:latin typeface="Algerian" panose="04020705040A02060702" pitchFamily="82" charset="0"/>
              </a:rPr>
              <a:t>BUS TICKET BOOKING SYSTEM</a:t>
            </a:r>
            <a:br>
              <a:rPr lang="en-US" sz="4800" b="1" u="sng" dirty="0">
                <a:latin typeface="Algerian" panose="04020705040A02060702" pitchFamily="82" charset="0"/>
              </a:rPr>
            </a:br>
            <a:br>
              <a:rPr lang="en-US" sz="4800" b="1" u="sng" dirty="0">
                <a:latin typeface="Algerian" panose="04020705040A02060702" pitchFamily="82" charset="0"/>
              </a:rPr>
            </a:br>
            <a:r>
              <a:rPr lang="en-US" sz="1600" b="1" i="1" dirty="0">
                <a:latin typeface="Algerian" panose="04020705040A02060702" pitchFamily="82" charset="0"/>
              </a:rPr>
              <a:t>                                                                    </a:t>
            </a:r>
            <a:r>
              <a:rPr lang="en-US" sz="1600" b="1" i="1" dirty="0">
                <a:latin typeface="Abadi ExtraLight" panose="020B0204020104020204" pitchFamily="34" charset="0"/>
              </a:rPr>
              <a:t>submitted by</a:t>
            </a:r>
            <a:br>
              <a:rPr lang="en-US" sz="1600" b="1" i="1" dirty="0">
                <a:latin typeface="Abadi ExtraLight" panose="020B0204020104020204" pitchFamily="34" charset="0"/>
              </a:rPr>
            </a:br>
            <a:r>
              <a:rPr lang="en-US" sz="1600" b="1" i="1" dirty="0">
                <a:latin typeface="Abadi ExtraLight" panose="020B0204020104020204" pitchFamily="34" charset="0"/>
              </a:rPr>
              <a:t>                                                                             p. Prasanthi</a:t>
            </a:r>
            <a:br>
              <a:rPr lang="en-US" sz="1600" b="1" i="1" dirty="0">
                <a:latin typeface="Abadi ExtraLight" panose="020B0204020104020204" pitchFamily="34" charset="0"/>
              </a:rPr>
            </a:br>
            <a:r>
              <a:rPr lang="en-US" sz="1600" b="1" i="1" dirty="0">
                <a:latin typeface="Abadi ExtraLight" panose="020B0204020104020204" pitchFamily="34" charset="0"/>
              </a:rPr>
              <a:t>                                                                             d. Surekha</a:t>
            </a:r>
            <a:br>
              <a:rPr lang="en-US" sz="1600" b="1" i="1" dirty="0">
                <a:latin typeface="Abadi ExtraLight" panose="020B0204020104020204" pitchFamily="34" charset="0"/>
              </a:rPr>
            </a:br>
            <a:r>
              <a:rPr lang="en-US" sz="1600" b="1" i="1" dirty="0">
                <a:latin typeface="Abadi ExtraLight" panose="020B0204020104020204" pitchFamily="34" charset="0"/>
              </a:rPr>
              <a:t>                                                                             y. </a:t>
            </a:r>
            <a:r>
              <a:rPr lang="en-US" sz="1600" b="1" i="1" dirty="0" err="1">
                <a:latin typeface="Abadi ExtraLight" panose="020B0204020104020204" pitchFamily="34" charset="0"/>
              </a:rPr>
              <a:t>hemalatha</a:t>
            </a:r>
            <a:r>
              <a:rPr lang="en-US" sz="1600" b="1" i="1" dirty="0">
                <a:latin typeface="Abadi ExtraLight" panose="020B0204020104020204" pitchFamily="34" charset="0"/>
              </a:rPr>
              <a:t>                </a:t>
            </a:r>
            <a:endParaRPr lang="en-IN" sz="1600" b="1" i="1" dirty="0">
              <a:latin typeface="Abadi ExtraLight" panose="020B0204020104020204" pitchFamily="34" charset="0"/>
            </a:endParaRPr>
          </a:p>
        </p:txBody>
      </p:sp>
      <p:sp>
        <p:nvSpPr>
          <p:cNvPr id="3" name="Subtitle 2">
            <a:extLst>
              <a:ext uri="{FF2B5EF4-FFF2-40B4-BE49-F238E27FC236}">
                <a16:creationId xmlns:a16="http://schemas.microsoft.com/office/drawing/2014/main" id="{504A8ADD-69FC-38FD-186E-3D9D67750032}"/>
              </a:ext>
            </a:extLst>
          </p:cNvPr>
          <p:cNvSpPr>
            <a:spLocks noGrp="1"/>
          </p:cNvSpPr>
          <p:nvPr>
            <p:ph type="subTitle" idx="1"/>
          </p:nvPr>
        </p:nvSpPr>
        <p:spPr>
          <a:xfrm>
            <a:off x="968056" y="996610"/>
            <a:ext cx="3363901" cy="4864780"/>
          </a:xfrm>
        </p:spPr>
        <p:txBody>
          <a:bodyPr anchor="ctr">
            <a:normAutofit/>
          </a:bodyPr>
          <a:lstStyle/>
          <a:p>
            <a:pPr lvl="8" algn="r">
              <a:lnSpc>
                <a:spcPct val="110000"/>
              </a:lnSpc>
            </a:pPr>
            <a:endParaRPr lang="en-US" sz="500" dirty="0"/>
          </a:p>
          <a:p>
            <a:pPr lvl="8" algn="r">
              <a:lnSpc>
                <a:spcPct val="110000"/>
              </a:lnSpc>
            </a:pPr>
            <a:endParaRPr lang="en-US" sz="500" dirty="0"/>
          </a:p>
          <a:p>
            <a:pPr lvl="8" algn="r">
              <a:lnSpc>
                <a:spcPct val="110000"/>
              </a:lnSpc>
            </a:pPr>
            <a:endParaRPr lang="en-US" sz="500" dirty="0"/>
          </a:p>
          <a:p>
            <a:pPr lvl="8" algn="r">
              <a:lnSpc>
                <a:spcPct val="110000"/>
              </a:lnSpc>
            </a:pPr>
            <a:endParaRPr lang="en-IN" sz="500" dirty="0"/>
          </a:p>
          <a:p>
            <a:pPr lvl="8" algn="r">
              <a:lnSpc>
                <a:spcPct val="110000"/>
              </a:lnSpc>
            </a:pPr>
            <a:r>
              <a:rPr lang="en-US" sz="500" dirty="0"/>
              <a:t>s</a:t>
            </a:r>
          </a:p>
        </p:txBody>
      </p:sp>
      <p:cxnSp>
        <p:nvCxnSpPr>
          <p:cNvPr id="38" name="Straight Connector 37">
            <a:extLst>
              <a:ext uri="{FF2B5EF4-FFF2-40B4-BE49-F238E27FC236}">
                <a16:creationId xmlns:a16="http://schemas.microsoft.com/office/drawing/2014/main" id="{580B8A35-DEA7-4D43-9DF8-90B4681D0F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F0463BB0-DD18-AEB6-7E38-138E1477D4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1" y="0"/>
            <a:ext cx="1606550" cy="923926"/>
          </a:xfrm>
          <a:prstGeom prst="rect">
            <a:avLst/>
          </a:prstGeom>
        </p:spPr>
      </p:pic>
    </p:spTree>
    <p:extLst>
      <p:ext uri="{BB962C8B-B14F-4D97-AF65-F5344CB8AC3E}">
        <p14:creationId xmlns:p14="http://schemas.microsoft.com/office/powerpoint/2010/main" val="114739767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descr="Pen placed on top of a signature line">
            <a:extLst>
              <a:ext uri="{FF2B5EF4-FFF2-40B4-BE49-F238E27FC236}">
                <a16:creationId xmlns:a16="http://schemas.microsoft.com/office/drawing/2014/main" id="{4E459D02-744E-ED7D-A1A0-CFC27AF82FA7}"/>
              </a:ext>
            </a:extLst>
          </p:cNvPr>
          <p:cNvPicPr>
            <a:picLocks noChangeAspect="1"/>
          </p:cNvPicPr>
          <p:nvPr/>
        </p:nvPicPr>
        <p:blipFill>
          <a:blip r:embed="rId2">
            <a:alphaModFix amt="50000"/>
            <a:grayscl/>
          </a:blip>
          <a:srcRect r="-1" b="15728"/>
          <a:stretch>
            <a:fillRect/>
          </a:stretch>
        </p:blipFill>
        <p:spPr>
          <a:xfrm>
            <a:off x="0" y="10"/>
            <a:ext cx="12191695" cy="6857990"/>
          </a:xfrm>
          <a:prstGeom prst="rect">
            <a:avLst/>
          </a:prstGeom>
        </p:spPr>
      </p:pic>
      <p:sp>
        <p:nvSpPr>
          <p:cNvPr id="32"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33"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34" name="Rectangle 33">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C8469844-30BF-4B5C-3955-F493F84AFF8E}"/>
              </a:ext>
            </a:extLst>
          </p:cNvPr>
          <p:cNvSpPr>
            <a:spLocks noGrp="1"/>
          </p:cNvSpPr>
          <p:nvPr>
            <p:ph type="title"/>
          </p:nvPr>
        </p:nvSpPr>
        <p:spPr>
          <a:xfrm>
            <a:off x="1130271" y="1193800"/>
            <a:ext cx="3193050" cy="4699000"/>
          </a:xfrm>
        </p:spPr>
        <p:txBody>
          <a:bodyPr anchor="ctr">
            <a:normAutofit/>
          </a:bodyPr>
          <a:lstStyle/>
          <a:p>
            <a:r>
              <a:rPr lang="en-US" u="sng" dirty="0"/>
              <a:t>Contents</a:t>
            </a:r>
            <a:r>
              <a:rPr lang="en-US" dirty="0"/>
              <a:t> :</a:t>
            </a:r>
            <a:endParaRPr lang="en-IN" dirty="0"/>
          </a:p>
        </p:txBody>
      </p:sp>
      <p:cxnSp>
        <p:nvCxnSpPr>
          <p:cNvPr id="35" name="Straight Connector 34">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6" name="Content Placeholder 2">
            <a:extLst>
              <a:ext uri="{FF2B5EF4-FFF2-40B4-BE49-F238E27FC236}">
                <a16:creationId xmlns:a16="http://schemas.microsoft.com/office/drawing/2014/main" id="{D5C425DC-2663-01E0-B712-7475645F0C54}"/>
              </a:ext>
            </a:extLst>
          </p:cNvPr>
          <p:cNvSpPr>
            <a:spLocks noGrp="1"/>
          </p:cNvSpPr>
          <p:nvPr>
            <p:ph idx="1"/>
          </p:nvPr>
        </p:nvSpPr>
        <p:spPr>
          <a:xfrm>
            <a:off x="4976636" y="1193800"/>
            <a:ext cx="6085091" cy="4699000"/>
          </a:xfrm>
        </p:spPr>
        <p:txBody>
          <a:bodyPr anchor="ctr">
            <a:normAutofit/>
          </a:bodyPr>
          <a:lstStyle/>
          <a:p>
            <a:pPr>
              <a:buFont typeface="Wingdings" panose="05000000000000000000" pitchFamily="2" charset="2"/>
              <a:buChar char="q"/>
            </a:pPr>
            <a:r>
              <a:rPr lang="en-US" dirty="0"/>
              <a:t>Abstract</a:t>
            </a:r>
          </a:p>
          <a:p>
            <a:pPr>
              <a:buFont typeface="Wingdings" panose="05000000000000000000" pitchFamily="2" charset="2"/>
              <a:buChar char="q"/>
            </a:pPr>
            <a:r>
              <a:rPr lang="en-US" dirty="0"/>
              <a:t>Problem statement</a:t>
            </a:r>
          </a:p>
          <a:p>
            <a:pPr>
              <a:buFont typeface="Wingdings" panose="05000000000000000000" pitchFamily="2" charset="2"/>
              <a:buChar char="q"/>
            </a:pPr>
            <a:r>
              <a:rPr lang="en-US" dirty="0"/>
              <a:t>Solution</a:t>
            </a:r>
          </a:p>
          <a:p>
            <a:pPr>
              <a:buFont typeface="Wingdings" panose="05000000000000000000" pitchFamily="2" charset="2"/>
              <a:buChar char="q"/>
            </a:pPr>
            <a:r>
              <a:rPr lang="en-US" dirty="0"/>
              <a:t>Scope </a:t>
            </a:r>
          </a:p>
          <a:p>
            <a:pPr>
              <a:buFont typeface="Wingdings" panose="05000000000000000000" pitchFamily="2" charset="2"/>
              <a:buChar char="q"/>
            </a:pPr>
            <a:r>
              <a:rPr lang="en-US" dirty="0"/>
              <a:t>Requirements</a:t>
            </a:r>
          </a:p>
          <a:p>
            <a:pPr>
              <a:buFont typeface="Wingdings" panose="05000000000000000000" pitchFamily="2" charset="2"/>
              <a:buChar char="q"/>
            </a:pPr>
            <a:r>
              <a:rPr lang="en-US" dirty="0"/>
              <a:t>Modules </a:t>
            </a:r>
            <a:endParaRPr lang="en-IN" dirty="0"/>
          </a:p>
        </p:txBody>
      </p:sp>
      <p:sp>
        <p:nvSpPr>
          <p:cNvPr id="37"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pic>
        <p:nvPicPr>
          <p:cNvPr id="3" name="Picture 2">
            <a:extLst>
              <a:ext uri="{FF2B5EF4-FFF2-40B4-BE49-F238E27FC236}">
                <a16:creationId xmlns:a16="http://schemas.microsoft.com/office/drawing/2014/main" id="{9FC54583-8452-7D03-667A-0626CFFE65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231"/>
            <a:ext cx="1606550" cy="923926"/>
          </a:xfrm>
          <a:prstGeom prst="rect">
            <a:avLst/>
          </a:prstGeom>
        </p:spPr>
      </p:pic>
    </p:spTree>
    <p:extLst>
      <p:ext uri="{BB962C8B-B14F-4D97-AF65-F5344CB8AC3E}">
        <p14:creationId xmlns:p14="http://schemas.microsoft.com/office/powerpoint/2010/main" val="46440727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nterior of empty bus">
            <a:extLst>
              <a:ext uri="{FF2B5EF4-FFF2-40B4-BE49-F238E27FC236}">
                <a16:creationId xmlns:a16="http://schemas.microsoft.com/office/drawing/2014/main" id="{58154813-DBCE-D7E6-32AD-BF2839D8F7D6}"/>
              </a:ext>
            </a:extLst>
          </p:cNvPr>
          <p:cNvPicPr>
            <a:picLocks noChangeAspect="1"/>
          </p:cNvPicPr>
          <p:nvPr/>
        </p:nvPicPr>
        <p:blipFill>
          <a:blip r:embed="rId2">
            <a:alphaModFix amt="50000"/>
          </a:blip>
          <a:srcRect r="-1" b="15728"/>
          <a:stretch>
            <a:fillRect/>
          </a:stretch>
        </p:blipFill>
        <p:spPr>
          <a:xfrm>
            <a:off x="305" y="10"/>
            <a:ext cx="12191695" cy="6857990"/>
          </a:xfrm>
          <a:prstGeom prst="rect">
            <a:avLst/>
          </a:prstGeom>
        </p:spPr>
      </p:pic>
      <p:sp>
        <p:nvSpPr>
          <p:cNvPr id="48"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49"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50" name="Rectangle 49">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533E2814-41FE-53F6-F49F-10DC16E620A0}"/>
              </a:ext>
            </a:extLst>
          </p:cNvPr>
          <p:cNvSpPr>
            <a:spLocks noGrp="1"/>
          </p:cNvSpPr>
          <p:nvPr>
            <p:ph type="title"/>
          </p:nvPr>
        </p:nvSpPr>
        <p:spPr>
          <a:xfrm>
            <a:off x="1130271" y="1193800"/>
            <a:ext cx="3193050" cy="4699000"/>
          </a:xfrm>
        </p:spPr>
        <p:txBody>
          <a:bodyPr anchor="ctr">
            <a:normAutofit/>
          </a:bodyPr>
          <a:lstStyle/>
          <a:p>
            <a:r>
              <a:rPr lang="en-US" sz="3000" u="sng" dirty="0"/>
              <a:t>ABSTRACT :</a:t>
            </a:r>
            <a:endParaRPr lang="en-IN" sz="3000" dirty="0"/>
          </a:p>
        </p:txBody>
      </p:sp>
      <p:cxnSp>
        <p:nvCxnSpPr>
          <p:cNvPr id="51" name="Straight Connector 50">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0CFCD0D-BFCE-7581-8878-A09BD55AF83B}"/>
              </a:ext>
            </a:extLst>
          </p:cNvPr>
          <p:cNvSpPr>
            <a:spLocks noGrp="1"/>
          </p:cNvSpPr>
          <p:nvPr>
            <p:ph idx="1"/>
          </p:nvPr>
        </p:nvSpPr>
        <p:spPr>
          <a:xfrm>
            <a:off x="4976636" y="1193800"/>
            <a:ext cx="6085091" cy="4699000"/>
          </a:xfrm>
        </p:spPr>
        <p:txBody>
          <a:bodyPr anchor="ctr">
            <a:normAutofit/>
          </a:bodyPr>
          <a:lstStyle/>
          <a:p>
            <a:r>
              <a:rPr lang="en-US" dirty="0"/>
              <a:t>The Bus Ticket Booking System is a Java-based application developed to automate the process of booking and cancelling bus tickets. The system provides a centralized, database-driven solution that manages bus routes, seat allocation, and booking records efficiently. By using JDBC for database operations, the system ensures accurate seat allocation, prevents duplicate bookings, and allows users to check real-time seat availability, making the ticket booking process faster and more reliable.</a:t>
            </a:r>
          </a:p>
          <a:p>
            <a:endParaRPr lang="en-IN" dirty="0"/>
          </a:p>
        </p:txBody>
      </p:sp>
      <p:sp>
        <p:nvSpPr>
          <p:cNvPr id="52"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pic>
        <p:nvPicPr>
          <p:cNvPr id="4" name="Picture 3">
            <a:extLst>
              <a:ext uri="{FF2B5EF4-FFF2-40B4-BE49-F238E27FC236}">
                <a16:creationId xmlns:a16="http://schemas.microsoft.com/office/drawing/2014/main" id="{EB1A7491-0D32-8184-B05C-4119868DAC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231"/>
            <a:ext cx="1606550" cy="923926"/>
          </a:xfrm>
          <a:prstGeom prst="rect">
            <a:avLst/>
          </a:prstGeom>
        </p:spPr>
      </p:pic>
    </p:spTree>
    <p:extLst>
      <p:ext uri="{BB962C8B-B14F-4D97-AF65-F5344CB8AC3E}">
        <p14:creationId xmlns:p14="http://schemas.microsoft.com/office/powerpoint/2010/main" val="3397896335"/>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5C76AC0-BB6B-419E-A327-AFA297500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B3E0B6A3-E197-43D6-82D5-7455DAB1A7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79647" y="1847088"/>
            <a:ext cx="4158750"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92FFF7DF-B654-D8EA-D9E7-9880D54C7ADB}"/>
              </a:ext>
            </a:extLst>
          </p:cNvPr>
          <p:cNvSpPr>
            <a:spLocks noGrp="1"/>
          </p:cNvSpPr>
          <p:nvPr>
            <p:ph type="title"/>
          </p:nvPr>
        </p:nvSpPr>
        <p:spPr>
          <a:xfrm>
            <a:off x="6579648" y="804520"/>
            <a:ext cx="4158749" cy="1049235"/>
          </a:xfrm>
        </p:spPr>
        <p:txBody>
          <a:bodyPr>
            <a:normAutofit/>
          </a:bodyPr>
          <a:lstStyle/>
          <a:p>
            <a:r>
              <a:rPr lang="en-US" u="sng" dirty="0">
                <a:latin typeface="Aptos Slab ExtraBold" panose="020B0004020202020204" pitchFamily="34" charset="0"/>
              </a:rPr>
              <a:t>Problem Statement </a:t>
            </a:r>
            <a:r>
              <a:rPr lang="en-US" dirty="0">
                <a:latin typeface="Aptos Slab ExtraBold" panose="020B0004020202020204" pitchFamily="34" charset="0"/>
              </a:rPr>
              <a:t>:</a:t>
            </a:r>
            <a:endParaRPr lang="en-IN" dirty="0"/>
          </a:p>
        </p:txBody>
      </p:sp>
      <p:sp>
        <p:nvSpPr>
          <p:cNvPr id="30" name="Rectangle 29">
            <a:extLst>
              <a:ext uri="{FF2B5EF4-FFF2-40B4-BE49-F238E27FC236}">
                <a16:creationId xmlns:a16="http://schemas.microsoft.com/office/drawing/2014/main" id="{8B0E4246-09B8-46D7-A0D2-4D264863A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pic>
        <p:nvPicPr>
          <p:cNvPr id="5" name="Picture 4">
            <a:extLst>
              <a:ext uri="{FF2B5EF4-FFF2-40B4-BE49-F238E27FC236}">
                <a16:creationId xmlns:a16="http://schemas.microsoft.com/office/drawing/2014/main" id="{AE8A762C-424A-1EEE-41A8-9BFEF47FA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029" y="1480417"/>
            <a:ext cx="4960442" cy="3311094"/>
          </a:xfrm>
          <a:prstGeom prst="rect">
            <a:avLst/>
          </a:prstGeom>
        </p:spPr>
      </p:pic>
      <p:sp>
        <p:nvSpPr>
          <p:cNvPr id="3" name="Content Placeholder 2">
            <a:extLst>
              <a:ext uri="{FF2B5EF4-FFF2-40B4-BE49-F238E27FC236}">
                <a16:creationId xmlns:a16="http://schemas.microsoft.com/office/drawing/2014/main" id="{79F69BA2-8BD2-2F8C-F2C8-3DDFDE596417}"/>
              </a:ext>
            </a:extLst>
          </p:cNvPr>
          <p:cNvSpPr>
            <a:spLocks noGrp="1"/>
          </p:cNvSpPr>
          <p:nvPr>
            <p:ph idx="1"/>
          </p:nvPr>
        </p:nvSpPr>
        <p:spPr>
          <a:xfrm>
            <a:off x="6579647" y="2015732"/>
            <a:ext cx="4158750" cy="3450613"/>
          </a:xfrm>
        </p:spPr>
        <p:txBody>
          <a:bodyPr>
            <a:normAutofit/>
          </a:bodyPr>
          <a:lstStyle/>
          <a:p>
            <a:pPr>
              <a:lnSpc>
                <a:spcPct val="110000"/>
              </a:lnSpc>
            </a:pPr>
            <a:r>
              <a:rPr lang="en-US" sz="1700"/>
              <a:t>The traditional bus ticket booking process is often manual, time-consuming, and error-prone, leading to issues such as double booking of seats, lack of real-time seat availability, and inefficient record management. These limitations make the reservation process slow and unreliable, creating a need for an automated and efficient ticket booking system.</a:t>
            </a:r>
            <a:br>
              <a:rPr lang="en-US" sz="1700"/>
            </a:br>
            <a:endParaRPr lang="en-IN" sz="1700"/>
          </a:p>
        </p:txBody>
      </p:sp>
      <p:pic>
        <p:nvPicPr>
          <p:cNvPr id="32" name="Picture 31">
            <a:extLst>
              <a:ext uri="{FF2B5EF4-FFF2-40B4-BE49-F238E27FC236}">
                <a16:creationId xmlns:a16="http://schemas.microsoft.com/office/drawing/2014/main" id="{F50C8D8D-B32F-4194-8321-164EC44275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34" name="Straight Connector 33">
            <a:extLst>
              <a:ext uri="{FF2B5EF4-FFF2-40B4-BE49-F238E27FC236}">
                <a16:creationId xmlns:a16="http://schemas.microsoft.com/office/drawing/2014/main" id="{5BD24D8B-8573-4260-B700-E860AD6D2A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27AD4A6-5664-58B0-A292-8BCEC33936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419"/>
            <a:ext cx="1606550" cy="923926"/>
          </a:xfrm>
          <a:prstGeom prst="rect">
            <a:avLst/>
          </a:prstGeom>
        </p:spPr>
      </p:pic>
    </p:spTree>
    <p:extLst>
      <p:ext uri="{BB962C8B-B14F-4D97-AF65-F5344CB8AC3E}">
        <p14:creationId xmlns:p14="http://schemas.microsoft.com/office/powerpoint/2010/main" val="3906052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0DF7A-AC86-8172-5076-8AB3E0DAC362}"/>
              </a:ext>
            </a:extLst>
          </p:cNvPr>
          <p:cNvSpPr>
            <a:spLocks noGrp="1"/>
          </p:cNvSpPr>
          <p:nvPr>
            <p:ph type="title"/>
          </p:nvPr>
        </p:nvSpPr>
        <p:spPr>
          <a:xfrm>
            <a:off x="1451579" y="804519"/>
            <a:ext cx="9603275" cy="1049235"/>
          </a:xfrm>
        </p:spPr>
        <p:txBody>
          <a:bodyPr>
            <a:normAutofit/>
          </a:bodyPr>
          <a:lstStyle/>
          <a:p>
            <a:r>
              <a:rPr lang="en-US" u="sng"/>
              <a:t>Solution :</a:t>
            </a:r>
            <a:endParaRPr lang="en-IN" u="sng"/>
          </a:p>
        </p:txBody>
      </p:sp>
      <p:sp>
        <p:nvSpPr>
          <p:cNvPr id="3" name="Content Placeholder 2">
            <a:extLst>
              <a:ext uri="{FF2B5EF4-FFF2-40B4-BE49-F238E27FC236}">
                <a16:creationId xmlns:a16="http://schemas.microsoft.com/office/drawing/2014/main" id="{2CACA14B-30D4-1528-746F-9909E89E65DF}"/>
              </a:ext>
            </a:extLst>
          </p:cNvPr>
          <p:cNvSpPr>
            <a:spLocks noGrp="1"/>
          </p:cNvSpPr>
          <p:nvPr>
            <p:ph idx="1"/>
          </p:nvPr>
        </p:nvSpPr>
        <p:spPr>
          <a:xfrm>
            <a:off x="1451579" y="2015732"/>
            <a:ext cx="9603275" cy="3450613"/>
          </a:xfrm>
        </p:spPr>
        <p:txBody>
          <a:bodyPr>
            <a:normAutofit/>
          </a:bodyPr>
          <a:lstStyle/>
          <a:p>
            <a:r>
              <a:rPr lang="en-US" dirty="0"/>
              <a:t>The method to solve this problem is to create an online booking bus ticket system.  This booking system aims to computerize and automate the process of booking and cancelling bus tickets by providing a centralized database-driven system that ensures accurate seat allocation, prevents duplicate bookings, and allows users to view real-time seat availability using JDBC-based database operations.</a:t>
            </a:r>
            <a:endParaRPr lang="en-IN" dirty="0"/>
          </a:p>
        </p:txBody>
      </p:sp>
      <p:pic>
        <p:nvPicPr>
          <p:cNvPr id="4" name="Picture 3">
            <a:extLst>
              <a:ext uri="{FF2B5EF4-FFF2-40B4-BE49-F238E27FC236}">
                <a16:creationId xmlns:a16="http://schemas.microsoft.com/office/drawing/2014/main" id="{EFE0586D-843B-F155-8BB9-023063A12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450" y="0"/>
            <a:ext cx="1606550" cy="923926"/>
          </a:xfrm>
          <a:prstGeom prst="rect">
            <a:avLst/>
          </a:prstGeom>
        </p:spPr>
      </p:pic>
    </p:spTree>
    <p:extLst>
      <p:ext uri="{BB962C8B-B14F-4D97-AF65-F5344CB8AC3E}">
        <p14:creationId xmlns:p14="http://schemas.microsoft.com/office/powerpoint/2010/main" val="1058727022"/>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A line of binary code">
            <a:extLst>
              <a:ext uri="{FF2B5EF4-FFF2-40B4-BE49-F238E27FC236}">
                <a16:creationId xmlns:a16="http://schemas.microsoft.com/office/drawing/2014/main" id="{CDCA5ED9-E3FE-80D8-C86D-6C1F674ECDF2}"/>
              </a:ext>
            </a:extLst>
          </p:cNvPr>
          <p:cNvPicPr>
            <a:picLocks noChangeAspect="1"/>
          </p:cNvPicPr>
          <p:nvPr/>
        </p:nvPicPr>
        <p:blipFill>
          <a:blip r:embed="rId2">
            <a:alphaModFix amt="50000"/>
          </a:blip>
          <a:srcRect r="-1" b="3014"/>
          <a:stretch>
            <a:fillRect/>
          </a:stretch>
        </p:blipFill>
        <p:spPr>
          <a:xfrm>
            <a:off x="305" y="10"/>
            <a:ext cx="12191695" cy="6857990"/>
          </a:xfrm>
          <a:prstGeom prst="rect">
            <a:avLst/>
          </a:prstGeom>
        </p:spPr>
      </p:pic>
      <p:sp>
        <p:nvSpPr>
          <p:cNvPr id="29"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30"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31" name="Rectangle 30">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0B793D94-C0A2-19A1-E893-D9396F0E75FB}"/>
              </a:ext>
            </a:extLst>
          </p:cNvPr>
          <p:cNvSpPr>
            <a:spLocks noGrp="1"/>
          </p:cNvSpPr>
          <p:nvPr>
            <p:ph type="title"/>
          </p:nvPr>
        </p:nvSpPr>
        <p:spPr>
          <a:xfrm>
            <a:off x="1130271" y="1193800"/>
            <a:ext cx="3193050" cy="4699000"/>
          </a:xfrm>
        </p:spPr>
        <p:txBody>
          <a:bodyPr anchor="ctr">
            <a:normAutofit/>
          </a:bodyPr>
          <a:lstStyle/>
          <a:p>
            <a:r>
              <a:rPr lang="en-US" u="sng" dirty="0"/>
              <a:t>SCOPE</a:t>
            </a:r>
            <a:r>
              <a:rPr lang="en-US" dirty="0"/>
              <a:t> :</a:t>
            </a:r>
            <a:endParaRPr lang="en-IN" dirty="0"/>
          </a:p>
        </p:txBody>
      </p:sp>
      <p:cxnSp>
        <p:nvCxnSpPr>
          <p:cNvPr id="32" name="Straight Connector 31">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6BDB310-4392-EC26-B5FC-A28BDA5B4557}"/>
              </a:ext>
            </a:extLst>
          </p:cNvPr>
          <p:cNvSpPr>
            <a:spLocks noGrp="1"/>
          </p:cNvSpPr>
          <p:nvPr>
            <p:ph idx="1"/>
          </p:nvPr>
        </p:nvSpPr>
        <p:spPr>
          <a:xfrm>
            <a:off x="4976636" y="1193800"/>
            <a:ext cx="6085091" cy="4699000"/>
          </a:xfrm>
        </p:spPr>
        <p:txBody>
          <a:bodyPr anchor="ctr">
            <a:normAutofit/>
          </a:bodyPr>
          <a:lstStyle/>
          <a:p>
            <a:pPr>
              <a:lnSpc>
                <a:spcPct val="110000"/>
              </a:lnSpc>
            </a:pPr>
            <a:r>
              <a:rPr lang="en-US" sz="1700" dirty="0"/>
              <a:t>User registration and login using  Username and password</a:t>
            </a:r>
          </a:p>
          <a:p>
            <a:pPr>
              <a:lnSpc>
                <a:spcPct val="110000"/>
              </a:lnSpc>
            </a:pPr>
            <a:r>
              <a:rPr lang="en-US" sz="1700" dirty="0"/>
              <a:t>Viewing available bus routes</a:t>
            </a:r>
          </a:p>
          <a:p>
            <a:pPr>
              <a:lnSpc>
                <a:spcPct val="110000"/>
              </a:lnSpc>
            </a:pPr>
            <a:r>
              <a:rPr lang="en-US" sz="1700" dirty="0"/>
              <a:t>Displaying bus details</a:t>
            </a:r>
          </a:p>
          <a:p>
            <a:pPr>
              <a:lnSpc>
                <a:spcPct val="110000"/>
              </a:lnSpc>
            </a:pPr>
            <a:r>
              <a:rPr lang="en-US" sz="1700" dirty="0"/>
              <a:t>Checking real-time seat availability</a:t>
            </a:r>
          </a:p>
          <a:p>
            <a:pPr>
              <a:lnSpc>
                <a:spcPct val="110000"/>
              </a:lnSpc>
            </a:pPr>
            <a:r>
              <a:rPr lang="en-US" sz="1700" dirty="0"/>
              <a:t>Booking bus tickets</a:t>
            </a:r>
          </a:p>
          <a:p>
            <a:pPr>
              <a:lnSpc>
                <a:spcPct val="110000"/>
              </a:lnSpc>
            </a:pPr>
            <a:r>
              <a:rPr lang="en-US" sz="1700" dirty="0"/>
              <a:t>Cancelling booked tickets</a:t>
            </a:r>
          </a:p>
          <a:p>
            <a:pPr>
              <a:lnSpc>
                <a:spcPct val="110000"/>
              </a:lnSpc>
            </a:pPr>
            <a:r>
              <a:rPr lang="en-US" sz="1700" dirty="0"/>
              <a:t>Preventing duplicate seat booking</a:t>
            </a:r>
          </a:p>
          <a:p>
            <a:pPr>
              <a:lnSpc>
                <a:spcPct val="110000"/>
              </a:lnSpc>
            </a:pPr>
            <a:r>
              <a:rPr lang="en-US" sz="1700" dirty="0"/>
              <a:t>Managing booking records</a:t>
            </a:r>
          </a:p>
          <a:p>
            <a:pPr>
              <a:lnSpc>
                <a:spcPct val="110000"/>
              </a:lnSpc>
            </a:pPr>
            <a:r>
              <a:rPr lang="en-US" sz="1700" dirty="0"/>
              <a:t>Storing data in a MySQL database</a:t>
            </a:r>
          </a:p>
          <a:p>
            <a:pPr>
              <a:lnSpc>
                <a:spcPct val="110000"/>
              </a:lnSpc>
            </a:pPr>
            <a:r>
              <a:rPr lang="en-US" sz="1700" dirty="0"/>
              <a:t>JDBC-based connectivity between Java and database</a:t>
            </a:r>
            <a:endParaRPr lang="en-IN" sz="1700" dirty="0"/>
          </a:p>
        </p:txBody>
      </p:sp>
      <p:sp>
        <p:nvSpPr>
          <p:cNvPr id="33"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pic>
        <p:nvPicPr>
          <p:cNvPr id="4" name="Picture 3">
            <a:extLst>
              <a:ext uri="{FF2B5EF4-FFF2-40B4-BE49-F238E27FC236}">
                <a16:creationId xmlns:a16="http://schemas.microsoft.com/office/drawing/2014/main" id="{AC5F16D1-2704-0DA9-2568-319617367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 y="0"/>
            <a:ext cx="1606550" cy="923926"/>
          </a:xfrm>
          <a:prstGeom prst="rect">
            <a:avLst/>
          </a:prstGeom>
        </p:spPr>
      </p:pic>
    </p:spTree>
    <p:extLst>
      <p:ext uri="{BB962C8B-B14F-4D97-AF65-F5344CB8AC3E}">
        <p14:creationId xmlns:p14="http://schemas.microsoft.com/office/powerpoint/2010/main" val="1000208244"/>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82E7304-2AC2-4A5C-924D-A6AC3FFC5E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ADCCF1-2882-FD2B-053E-DE6375769356}"/>
              </a:ext>
            </a:extLst>
          </p:cNvPr>
          <p:cNvSpPr>
            <a:spLocks noGrp="1"/>
          </p:cNvSpPr>
          <p:nvPr>
            <p:ph type="title"/>
          </p:nvPr>
        </p:nvSpPr>
        <p:spPr>
          <a:xfrm>
            <a:off x="1451579" y="804519"/>
            <a:ext cx="9603275" cy="1049235"/>
          </a:xfrm>
        </p:spPr>
        <p:txBody>
          <a:bodyPr>
            <a:normAutofit/>
          </a:bodyPr>
          <a:lstStyle/>
          <a:p>
            <a:r>
              <a:rPr lang="en-US" u="sng" dirty="0"/>
              <a:t>Modules</a:t>
            </a:r>
            <a:r>
              <a:rPr lang="en-US" dirty="0"/>
              <a:t> :</a:t>
            </a:r>
            <a:endParaRPr lang="en-IN" dirty="0"/>
          </a:p>
        </p:txBody>
      </p:sp>
      <p:cxnSp>
        <p:nvCxnSpPr>
          <p:cNvPr id="16" name="Straight Connector 15">
            <a:extLst>
              <a:ext uri="{FF2B5EF4-FFF2-40B4-BE49-F238E27FC236}">
                <a16:creationId xmlns:a16="http://schemas.microsoft.com/office/drawing/2014/main" id="{D259FEF2-F6A5-442F-BA10-4E39EECD0A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1579" y="1853754"/>
            <a:ext cx="960327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7" name="Rectangle 16">
            <a:extLst>
              <a:ext uri="{FF2B5EF4-FFF2-40B4-BE49-F238E27FC236}">
                <a16:creationId xmlns:a16="http://schemas.microsoft.com/office/drawing/2014/main" id="{A3C183B1-1D4B-4E3D-A02E-A426E3BFA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18" name="Content Placeholder 2">
            <a:extLst>
              <a:ext uri="{FF2B5EF4-FFF2-40B4-BE49-F238E27FC236}">
                <a16:creationId xmlns:a16="http://schemas.microsoft.com/office/drawing/2014/main" id="{AD88322D-4D8B-6B8D-D955-A04FC0CBCA42}"/>
              </a:ext>
            </a:extLst>
          </p:cNvPr>
          <p:cNvGraphicFramePr>
            <a:graphicFrameLocks noGrp="1"/>
          </p:cNvGraphicFramePr>
          <p:nvPr>
            <p:ph idx="1"/>
            <p:extLst>
              <p:ext uri="{D42A27DB-BD31-4B8C-83A1-F6EECF244321}">
                <p14:modId xmlns:p14="http://schemas.microsoft.com/office/powerpoint/2010/main" val="3218735063"/>
              </p:ext>
            </p:extLst>
          </p:nvPr>
        </p:nvGraphicFramePr>
        <p:xfrm>
          <a:off x="1450975" y="2331497"/>
          <a:ext cx="9604375" cy="37232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5082B265-EAA6-5007-B27C-B56F717721A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85450" y="0"/>
            <a:ext cx="1606550" cy="923926"/>
          </a:xfrm>
          <a:prstGeom prst="rect">
            <a:avLst/>
          </a:prstGeom>
        </p:spPr>
      </p:pic>
    </p:spTree>
    <p:extLst>
      <p:ext uri="{BB962C8B-B14F-4D97-AF65-F5344CB8AC3E}">
        <p14:creationId xmlns:p14="http://schemas.microsoft.com/office/powerpoint/2010/main" val="871792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19E316E-6E64-B0F6-2C3B-65A9B25F085E}"/>
              </a:ext>
            </a:extLst>
          </p:cNvPr>
          <p:cNvPicPr>
            <a:picLocks noChangeAspect="1"/>
          </p:cNvPicPr>
          <p:nvPr/>
        </p:nvPicPr>
        <p:blipFill>
          <a:blip r:embed="rId2"/>
          <a:stretch>
            <a:fillRect/>
          </a:stretch>
        </p:blipFill>
        <p:spPr>
          <a:xfrm>
            <a:off x="508001" y="1669144"/>
            <a:ext cx="4237442" cy="2989942"/>
          </a:xfrm>
          <a:prstGeom prst="rect">
            <a:avLst/>
          </a:prstGeom>
        </p:spPr>
      </p:pic>
      <p:sp>
        <p:nvSpPr>
          <p:cNvPr id="5" name="TextBox 4">
            <a:extLst>
              <a:ext uri="{FF2B5EF4-FFF2-40B4-BE49-F238E27FC236}">
                <a16:creationId xmlns:a16="http://schemas.microsoft.com/office/drawing/2014/main" id="{357C9EFA-12D9-EBE9-BC7A-BDBE3A320718}"/>
              </a:ext>
            </a:extLst>
          </p:cNvPr>
          <p:cNvSpPr txBox="1"/>
          <p:nvPr/>
        </p:nvSpPr>
        <p:spPr>
          <a:xfrm>
            <a:off x="5950857" y="870858"/>
            <a:ext cx="5384800" cy="4216539"/>
          </a:xfrm>
          <a:prstGeom prst="rect">
            <a:avLst/>
          </a:prstGeom>
          <a:noFill/>
        </p:spPr>
        <p:txBody>
          <a:bodyPr wrap="square">
            <a:spAutoFit/>
          </a:bodyPr>
          <a:lstStyle/>
          <a:p>
            <a:r>
              <a:rPr lang="en-IN" sz="4400" b="1" u="sng" dirty="0"/>
              <a:t>Login Menu</a:t>
            </a:r>
          </a:p>
          <a:p>
            <a:endParaRPr lang="en-IN" sz="4400" b="1" u="sng" dirty="0"/>
          </a:p>
          <a:p>
            <a:pPr marL="342900" indent="-342900">
              <a:buFont typeface="Wingdings" panose="05000000000000000000" pitchFamily="2" charset="2"/>
              <a:buChar char="q"/>
            </a:pPr>
            <a:r>
              <a:rPr lang="en-IN" sz="2000" b="1" u="sng" dirty="0">
                <a:latin typeface="Arial Nova Cond Light" panose="020B0306020202020204" pitchFamily="34" charset="0"/>
              </a:rPr>
              <a:t>Admin Login: </a:t>
            </a:r>
            <a:r>
              <a:rPr lang="en-IN" sz="2000" dirty="0">
                <a:latin typeface="Arial Nova Cond Light" panose="020B0306020202020204" pitchFamily="34" charset="0"/>
              </a:rPr>
              <a:t> Admin enters username and password to access admin functions like adding buses, viewing bookings, and managing users.</a:t>
            </a:r>
          </a:p>
          <a:p>
            <a:pPr marL="342900" indent="-342900">
              <a:buFont typeface="Wingdings" panose="05000000000000000000" pitchFamily="2" charset="2"/>
              <a:buChar char="q"/>
            </a:pPr>
            <a:r>
              <a:rPr lang="en-IN" sz="2000" b="1" u="sng" dirty="0">
                <a:latin typeface="Arial Nova Cond Light" panose="020B0306020202020204" pitchFamily="34" charset="0"/>
              </a:rPr>
              <a:t>Customer Login:</a:t>
            </a:r>
            <a:r>
              <a:rPr lang="en-IN" sz="2000" b="1" dirty="0">
                <a:latin typeface="Arial Nova Cond Light" panose="020B0306020202020204" pitchFamily="34" charset="0"/>
              </a:rPr>
              <a:t> </a:t>
            </a:r>
            <a:r>
              <a:rPr lang="en-IN" sz="2000" dirty="0">
                <a:latin typeface="Arial Nova Cond Light" panose="020B0306020202020204" pitchFamily="34" charset="0"/>
              </a:rPr>
              <a:t>Existing customers enter credentials to access booking and view their tickets.</a:t>
            </a:r>
          </a:p>
          <a:p>
            <a:pPr marL="342900" indent="-342900">
              <a:buFont typeface="Wingdings" panose="05000000000000000000" pitchFamily="2" charset="2"/>
              <a:buChar char="q"/>
            </a:pPr>
            <a:r>
              <a:rPr lang="en-IN" sz="2000" b="1" u="sng" dirty="0">
                <a:latin typeface="Arial Nova Cond Light" panose="020B0306020202020204" pitchFamily="34" charset="0"/>
              </a:rPr>
              <a:t>Customer Registration:</a:t>
            </a:r>
            <a:r>
              <a:rPr lang="en-IN" sz="2000" b="1" dirty="0">
                <a:latin typeface="Arial Nova Cond Light" panose="020B0306020202020204" pitchFamily="34" charset="0"/>
              </a:rPr>
              <a:t> </a:t>
            </a:r>
            <a:r>
              <a:rPr lang="en-IN" sz="2000" dirty="0">
                <a:latin typeface="Arial Nova Cond Light" panose="020B0306020202020204" pitchFamily="34" charset="0"/>
              </a:rPr>
              <a:t>New customers can register with basic information like name, email, phone, and password.</a:t>
            </a:r>
          </a:p>
          <a:p>
            <a:pPr marL="342900" indent="-342900">
              <a:buFont typeface="Wingdings" panose="05000000000000000000" pitchFamily="2" charset="2"/>
              <a:buChar char="q"/>
            </a:pPr>
            <a:r>
              <a:rPr lang="en-IN" sz="2000" b="1" u="sng" dirty="0">
                <a:latin typeface="Arial Nova Cond Light" panose="020B0306020202020204" pitchFamily="34" charset="0"/>
              </a:rPr>
              <a:t>Exit:</a:t>
            </a:r>
            <a:r>
              <a:rPr lang="en-IN" sz="2000" b="1" dirty="0">
                <a:latin typeface="Arial Nova Cond Light" panose="020B0306020202020204" pitchFamily="34" charset="0"/>
              </a:rPr>
              <a:t> </a:t>
            </a:r>
            <a:r>
              <a:rPr lang="en-IN" sz="2000" dirty="0">
                <a:latin typeface="Arial Nova Cond Light" panose="020B0306020202020204" pitchFamily="34" charset="0"/>
              </a:rPr>
              <a:t>Close the program.</a:t>
            </a:r>
          </a:p>
        </p:txBody>
      </p:sp>
    </p:spTree>
    <p:extLst>
      <p:ext uri="{BB962C8B-B14F-4D97-AF65-F5344CB8AC3E}">
        <p14:creationId xmlns:p14="http://schemas.microsoft.com/office/powerpoint/2010/main" val="1657974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851416-650E-4D68-507D-69C7E1CD1C90}"/>
              </a:ext>
            </a:extLst>
          </p:cNvPr>
          <p:cNvPicPr>
            <a:picLocks noChangeAspect="1"/>
          </p:cNvPicPr>
          <p:nvPr/>
        </p:nvPicPr>
        <p:blipFill>
          <a:blip r:embed="rId2"/>
          <a:stretch>
            <a:fillRect/>
          </a:stretch>
        </p:blipFill>
        <p:spPr>
          <a:xfrm>
            <a:off x="405109" y="1239571"/>
            <a:ext cx="3966286" cy="3298287"/>
          </a:xfrm>
          <a:prstGeom prst="rect">
            <a:avLst/>
          </a:prstGeom>
        </p:spPr>
      </p:pic>
      <p:sp>
        <p:nvSpPr>
          <p:cNvPr id="12" name="TextBox 11">
            <a:extLst>
              <a:ext uri="{FF2B5EF4-FFF2-40B4-BE49-F238E27FC236}">
                <a16:creationId xmlns:a16="http://schemas.microsoft.com/office/drawing/2014/main" id="{818ACB1B-2D81-538B-23CD-08AEA2032224}"/>
              </a:ext>
            </a:extLst>
          </p:cNvPr>
          <p:cNvSpPr txBox="1"/>
          <p:nvPr/>
        </p:nvSpPr>
        <p:spPr>
          <a:xfrm>
            <a:off x="4920342" y="534225"/>
            <a:ext cx="5950857" cy="4708981"/>
          </a:xfrm>
          <a:prstGeom prst="rect">
            <a:avLst/>
          </a:prstGeom>
          <a:noFill/>
        </p:spPr>
        <p:txBody>
          <a:bodyPr wrap="square">
            <a:spAutoFit/>
          </a:bodyPr>
          <a:lstStyle/>
          <a:p>
            <a:r>
              <a:rPr lang="en-IN" sz="2000" b="1" dirty="0"/>
              <a:t>                       </a:t>
            </a:r>
            <a:r>
              <a:rPr lang="en-IN" sz="2000" u="sng" dirty="0">
                <a:latin typeface="ADLaM Display" panose="02010000000000000000" pitchFamily="2" charset="0"/>
                <a:ea typeface="ADLaM Display" panose="02010000000000000000" pitchFamily="2" charset="0"/>
                <a:cs typeface="ADLaM Display" panose="02010000000000000000" pitchFamily="2" charset="0"/>
              </a:rPr>
              <a:t>ADMIN MENU</a:t>
            </a:r>
          </a:p>
          <a:p>
            <a:endParaRPr lang="en-IN" sz="2000" u="sng" dirty="0"/>
          </a:p>
          <a:p>
            <a:pPr marL="285750" indent="-285750">
              <a:buFont typeface="Wingdings" panose="05000000000000000000" pitchFamily="2" charset="2"/>
              <a:buChar char="Ø"/>
            </a:pPr>
            <a:r>
              <a:rPr lang="en-IN" sz="2000" b="1" u="sng" dirty="0">
                <a:latin typeface="Centaur" panose="02030504050205020304" pitchFamily="18" charset="0"/>
              </a:rPr>
              <a:t>View Buses:  </a:t>
            </a:r>
            <a:r>
              <a:rPr lang="en-IN" sz="2000" dirty="0">
                <a:latin typeface="Centaur" panose="02030504050205020304" pitchFamily="18" charset="0"/>
              </a:rPr>
              <a:t>Admin can see all available buses, including bus ID, name, source, destination, total seats, and ticket price.</a:t>
            </a:r>
          </a:p>
          <a:p>
            <a:pPr marL="285750" indent="-285750">
              <a:buFont typeface="Wingdings" panose="05000000000000000000" pitchFamily="2" charset="2"/>
              <a:buChar char="Ø"/>
            </a:pPr>
            <a:r>
              <a:rPr lang="en-IN" sz="2000" b="1" u="sng" dirty="0">
                <a:latin typeface="Centaur" panose="02030504050205020304" pitchFamily="18" charset="0"/>
              </a:rPr>
              <a:t>Add Bus:  </a:t>
            </a:r>
            <a:r>
              <a:rPr lang="en-IN" sz="2000" dirty="0">
                <a:latin typeface="Centaur" panose="02030504050205020304" pitchFamily="18" charset="0"/>
              </a:rPr>
              <a:t>Admin can add a new bus to the system, specifying all details including ticket price.</a:t>
            </a:r>
          </a:p>
          <a:p>
            <a:pPr marL="285750" indent="-285750">
              <a:buFont typeface="Wingdings" panose="05000000000000000000" pitchFamily="2" charset="2"/>
              <a:buChar char="Ø"/>
            </a:pPr>
            <a:r>
              <a:rPr lang="en-IN" sz="2000" b="1" u="sng" dirty="0">
                <a:latin typeface="Centaur" panose="02030504050205020304" pitchFamily="18" charset="0"/>
              </a:rPr>
              <a:t>View Bookings:  </a:t>
            </a:r>
            <a:r>
              <a:rPr lang="en-IN" sz="2000" dirty="0">
                <a:latin typeface="Centaur" panose="02030504050205020304" pitchFamily="18" charset="0"/>
              </a:rPr>
              <a:t>Admin can view all booked tickets by all users, including booking ID, bus, user, travel date, seat number, and amount.</a:t>
            </a:r>
          </a:p>
          <a:p>
            <a:pPr marL="285750" indent="-285750">
              <a:buFont typeface="Wingdings" panose="05000000000000000000" pitchFamily="2" charset="2"/>
              <a:buChar char="Ø"/>
            </a:pPr>
            <a:r>
              <a:rPr lang="en-IN" sz="2000" b="1" u="sng" dirty="0">
                <a:latin typeface="Centaur" panose="02030504050205020304" pitchFamily="18" charset="0"/>
              </a:rPr>
              <a:t>Update Booking:  </a:t>
            </a:r>
            <a:r>
              <a:rPr lang="en-IN" sz="2000" dirty="0">
                <a:latin typeface="Centaur" panose="02030504050205020304" pitchFamily="18" charset="0"/>
              </a:rPr>
              <a:t>Admin can update seat numbers of any booking if needed.</a:t>
            </a:r>
          </a:p>
          <a:p>
            <a:pPr marL="285750" indent="-285750">
              <a:buFont typeface="Wingdings" panose="05000000000000000000" pitchFamily="2" charset="2"/>
              <a:buChar char="Ø"/>
            </a:pPr>
            <a:r>
              <a:rPr lang="en-IN" sz="2000" b="1" u="sng" dirty="0">
                <a:latin typeface="Centaur" panose="02030504050205020304" pitchFamily="18" charset="0"/>
              </a:rPr>
              <a:t>View Users:  </a:t>
            </a:r>
            <a:r>
              <a:rPr lang="en-IN" sz="2000" dirty="0">
                <a:latin typeface="Centaur" panose="02030504050205020304" pitchFamily="18" charset="0"/>
              </a:rPr>
              <a:t>Admin can see all registered users along with their role (admin/customer).</a:t>
            </a:r>
          </a:p>
          <a:p>
            <a:pPr marL="285750" indent="-285750">
              <a:buFont typeface="Wingdings" panose="05000000000000000000" pitchFamily="2" charset="2"/>
              <a:buChar char="Ø"/>
            </a:pPr>
            <a:r>
              <a:rPr lang="en-IN" sz="2000" b="1" u="sng" dirty="0">
                <a:latin typeface="Centaur" panose="02030504050205020304" pitchFamily="18" charset="0"/>
              </a:rPr>
              <a:t>Exit: </a:t>
            </a:r>
            <a:r>
              <a:rPr lang="en-IN" sz="2000" dirty="0">
                <a:latin typeface="Centaur" panose="02030504050205020304" pitchFamily="18" charset="0"/>
              </a:rPr>
              <a:t>Return to login menu.</a:t>
            </a:r>
          </a:p>
        </p:txBody>
      </p:sp>
    </p:spTree>
    <p:extLst>
      <p:ext uri="{BB962C8B-B14F-4D97-AF65-F5344CB8AC3E}">
        <p14:creationId xmlns:p14="http://schemas.microsoft.com/office/powerpoint/2010/main" val="2678041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37AF2A-5E92-2243-6D4F-BA70446EFB67}"/>
              </a:ext>
            </a:extLst>
          </p:cNvPr>
          <p:cNvPicPr>
            <a:picLocks noChangeAspect="1"/>
          </p:cNvPicPr>
          <p:nvPr/>
        </p:nvPicPr>
        <p:blipFill>
          <a:blip r:embed="rId2"/>
          <a:stretch>
            <a:fillRect/>
          </a:stretch>
        </p:blipFill>
        <p:spPr>
          <a:xfrm>
            <a:off x="162278" y="1480283"/>
            <a:ext cx="4371583" cy="2852958"/>
          </a:xfrm>
          <a:prstGeom prst="rect">
            <a:avLst/>
          </a:prstGeom>
        </p:spPr>
      </p:pic>
      <p:sp>
        <p:nvSpPr>
          <p:cNvPr id="21" name="TextBox 20">
            <a:extLst>
              <a:ext uri="{FF2B5EF4-FFF2-40B4-BE49-F238E27FC236}">
                <a16:creationId xmlns:a16="http://schemas.microsoft.com/office/drawing/2014/main" id="{51BDD303-C8AD-839C-817B-546F62FFC785}"/>
              </a:ext>
            </a:extLst>
          </p:cNvPr>
          <p:cNvSpPr txBox="1"/>
          <p:nvPr/>
        </p:nvSpPr>
        <p:spPr>
          <a:xfrm>
            <a:off x="5418920" y="659993"/>
            <a:ext cx="6291099" cy="4493538"/>
          </a:xfrm>
          <a:prstGeom prst="rect">
            <a:avLst/>
          </a:prstGeom>
          <a:noFill/>
        </p:spPr>
        <p:txBody>
          <a:bodyPr wrap="square">
            <a:spAutoFit/>
          </a:bodyPr>
          <a:lstStyle/>
          <a:p>
            <a:r>
              <a:rPr lang="en-IN" sz="2800" u="sng" dirty="0">
                <a:latin typeface="Centaur" panose="02030504050205020304" pitchFamily="18" charset="0"/>
              </a:rPr>
              <a:t>Customer Menu</a:t>
            </a:r>
          </a:p>
          <a:p>
            <a:endParaRPr lang="en-IN" dirty="0">
              <a:latin typeface="Centaur" panose="02030504050205020304" pitchFamily="18" charset="0"/>
            </a:endParaRPr>
          </a:p>
          <a:p>
            <a:pPr marL="342900" indent="-342900">
              <a:buFont typeface="Wingdings" panose="05000000000000000000" pitchFamily="2" charset="2"/>
              <a:buChar char="Ø"/>
            </a:pPr>
            <a:r>
              <a:rPr lang="en-IN" sz="2000" b="1" u="sng" dirty="0">
                <a:latin typeface="Centaur" panose="02030504050205020304" pitchFamily="18" charset="0"/>
              </a:rPr>
              <a:t>View Buses</a:t>
            </a:r>
            <a:r>
              <a:rPr lang="en-IN" sz="2000" b="1" dirty="0">
                <a:latin typeface="Centaur" panose="02030504050205020304" pitchFamily="18" charset="0"/>
              </a:rPr>
              <a:t>: </a:t>
            </a:r>
            <a:r>
              <a:rPr lang="en-IN" sz="2000" dirty="0">
                <a:latin typeface="Centaur" panose="02030504050205020304" pitchFamily="18" charset="0"/>
              </a:rPr>
              <a:t>Customers can see all available buses along with details and ticket price.</a:t>
            </a:r>
          </a:p>
          <a:p>
            <a:pPr marL="342900" indent="-342900">
              <a:buFont typeface="Wingdings" panose="05000000000000000000" pitchFamily="2" charset="2"/>
              <a:buChar char="Ø"/>
            </a:pPr>
            <a:r>
              <a:rPr lang="en-IN" sz="2000" b="1" u="sng" dirty="0">
                <a:latin typeface="Centaur" panose="02030504050205020304" pitchFamily="18" charset="0"/>
              </a:rPr>
              <a:t>Book Ticket: </a:t>
            </a:r>
            <a:r>
              <a:rPr lang="en-IN" sz="2000" dirty="0">
                <a:latin typeface="Centaur" panose="02030504050205020304" pitchFamily="18" charset="0"/>
              </a:rPr>
              <a:t>Customers can book a seat on a bus for a specific travel date. The system checks seat availability to prevent double booking.</a:t>
            </a:r>
          </a:p>
          <a:p>
            <a:pPr marL="342900" indent="-342900">
              <a:buFont typeface="Wingdings" panose="05000000000000000000" pitchFamily="2" charset="2"/>
              <a:buChar char="Ø"/>
            </a:pPr>
            <a:r>
              <a:rPr lang="en-IN" sz="2000" b="1" u="sng" dirty="0">
                <a:latin typeface="Centaur" panose="02030504050205020304" pitchFamily="18" charset="0"/>
              </a:rPr>
              <a:t>View My Bookings: </a:t>
            </a:r>
            <a:r>
              <a:rPr lang="en-IN" sz="2000" dirty="0">
                <a:latin typeface="Centaur" panose="02030504050205020304" pitchFamily="18" charset="0"/>
              </a:rPr>
              <a:t>Customers can view all their booked tickets with bus, date, seat, and amount.</a:t>
            </a:r>
          </a:p>
          <a:p>
            <a:pPr marL="342900" indent="-342900">
              <a:buFont typeface="Wingdings" panose="05000000000000000000" pitchFamily="2" charset="2"/>
              <a:buChar char="Ø"/>
            </a:pPr>
            <a:r>
              <a:rPr lang="en-IN" sz="2000" b="1" u="sng" dirty="0">
                <a:latin typeface="Centaur" panose="02030504050205020304" pitchFamily="18" charset="0"/>
              </a:rPr>
              <a:t>Cancel Booking: </a:t>
            </a:r>
            <a:r>
              <a:rPr lang="en-IN" sz="2000" dirty="0">
                <a:latin typeface="Centaur" panose="02030504050205020304" pitchFamily="18" charset="0"/>
              </a:rPr>
              <a:t>Customers can cancel their booking using the booking ID.</a:t>
            </a:r>
          </a:p>
          <a:p>
            <a:pPr marL="342900" indent="-342900">
              <a:buFont typeface="Wingdings" panose="05000000000000000000" pitchFamily="2" charset="2"/>
              <a:buChar char="Ø"/>
            </a:pPr>
            <a:r>
              <a:rPr lang="en-IN" sz="2000" b="1" u="sng" dirty="0">
                <a:latin typeface="Centaur" panose="02030504050205020304" pitchFamily="18" charset="0"/>
              </a:rPr>
              <a:t>View My Details: </a:t>
            </a:r>
            <a:r>
              <a:rPr lang="en-IN" sz="2000" dirty="0">
                <a:latin typeface="Centaur" panose="02030504050205020304" pitchFamily="18" charset="0"/>
              </a:rPr>
              <a:t>Customers can see their registration details like ID, name, email, and phone.</a:t>
            </a:r>
          </a:p>
          <a:p>
            <a:pPr marL="342900" indent="-342900">
              <a:buFont typeface="Wingdings" panose="05000000000000000000" pitchFamily="2" charset="2"/>
              <a:buChar char="Ø"/>
            </a:pPr>
            <a:r>
              <a:rPr lang="en-IN" sz="2000" b="1" u="sng" dirty="0">
                <a:latin typeface="Centaur" panose="02030504050205020304" pitchFamily="18" charset="0"/>
              </a:rPr>
              <a:t>Exit: </a:t>
            </a:r>
            <a:r>
              <a:rPr lang="en-IN" sz="2000" dirty="0">
                <a:latin typeface="Centaur" panose="02030504050205020304" pitchFamily="18" charset="0"/>
              </a:rPr>
              <a:t>Return to login menu.</a:t>
            </a:r>
          </a:p>
        </p:txBody>
      </p:sp>
    </p:spTree>
    <p:extLst>
      <p:ext uri="{BB962C8B-B14F-4D97-AF65-F5344CB8AC3E}">
        <p14:creationId xmlns:p14="http://schemas.microsoft.com/office/powerpoint/2010/main" val="3127683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57BECA6-2EE1-4B64-2214-874422E275D3}"/>
              </a:ext>
            </a:extLst>
          </p:cNvPr>
          <p:cNvPicPr>
            <a:picLocks noChangeAspect="1"/>
          </p:cNvPicPr>
          <p:nvPr/>
        </p:nvPicPr>
        <p:blipFill>
          <a:blip r:embed="rId2"/>
          <a:stretch>
            <a:fillRect/>
          </a:stretch>
        </p:blipFill>
        <p:spPr>
          <a:xfrm>
            <a:off x="347459" y="1278762"/>
            <a:ext cx="4597194" cy="2975428"/>
          </a:xfrm>
          <a:prstGeom prst="rect">
            <a:avLst/>
          </a:prstGeom>
        </p:spPr>
      </p:pic>
      <p:sp>
        <p:nvSpPr>
          <p:cNvPr id="3" name="TextBox 2">
            <a:extLst>
              <a:ext uri="{FF2B5EF4-FFF2-40B4-BE49-F238E27FC236}">
                <a16:creationId xmlns:a16="http://schemas.microsoft.com/office/drawing/2014/main" id="{805B3102-E3F8-9E1D-136E-8E44DBD75BBF}"/>
              </a:ext>
            </a:extLst>
          </p:cNvPr>
          <p:cNvSpPr txBox="1"/>
          <p:nvPr/>
        </p:nvSpPr>
        <p:spPr>
          <a:xfrm>
            <a:off x="5698272" y="981307"/>
            <a:ext cx="5620215" cy="3908762"/>
          </a:xfrm>
          <a:prstGeom prst="rect">
            <a:avLst/>
          </a:prstGeom>
          <a:noFill/>
        </p:spPr>
        <p:txBody>
          <a:bodyPr wrap="square">
            <a:spAutoFit/>
          </a:bodyPr>
          <a:lstStyle/>
          <a:p>
            <a:r>
              <a:rPr lang="en-IN" sz="2400" b="1" u="sng" dirty="0"/>
              <a:t>Customer Registration Module</a:t>
            </a:r>
          </a:p>
          <a:p>
            <a:endParaRPr lang="en-IN" sz="2400" b="1" u="sng" dirty="0"/>
          </a:p>
          <a:p>
            <a:pPr marL="342900" indent="-342900">
              <a:buFont typeface="+mj-lt"/>
              <a:buAutoNum type="arabicPeriod"/>
            </a:pPr>
            <a:r>
              <a:rPr lang="en-IN" sz="2000" dirty="0">
                <a:latin typeface="Centaur" panose="02030504050205020304" pitchFamily="18" charset="0"/>
              </a:rPr>
              <a:t>The Customer Registration module allows new users to create an account in the Bus Reservation System.</a:t>
            </a:r>
          </a:p>
          <a:p>
            <a:pPr marL="342900" indent="-342900">
              <a:buFont typeface="+mj-lt"/>
              <a:buAutoNum type="arabicPeriod"/>
            </a:pPr>
            <a:r>
              <a:rPr lang="en-IN" sz="2000" dirty="0">
                <a:latin typeface="Centaur" panose="02030504050205020304" pitchFamily="18" charset="0"/>
              </a:rPr>
              <a:t>The user enters details such as User ID, Username, Password, Email, and Phone Number.</a:t>
            </a:r>
          </a:p>
          <a:p>
            <a:pPr marL="342900" indent="-342900">
              <a:buFont typeface="+mj-lt"/>
              <a:buAutoNum type="arabicPeriod"/>
            </a:pPr>
            <a:r>
              <a:rPr lang="en-IN" sz="2000" dirty="0">
                <a:latin typeface="Centaur" panose="02030504050205020304" pitchFamily="18" charset="0"/>
              </a:rPr>
              <a:t>These details are stored in the database using JDBC and SQL insert query.</a:t>
            </a:r>
          </a:p>
          <a:p>
            <a:pPr marL="342900" indent="-342900">
              <a:buFont typeface="+mj-lt"/>
              <a:buAutoNum type="arabicPeriod"/>
            </a:pPr>
            <a:r>
              <a:rPr lang="en-IN" sz="2000" dirty="0">
                <a:latin typeface="Centaur" panose="02030504050205020304" pitchFamily="18" charset="0"/>
              </a:rPr>
              <a:t>After successful registration, the system displays the message “Registration Successful! Please Login.”</a:t>
            </a:r>
          </a:p>
          <a:p>
            <a:pPr marL="342900" indent="-342900">
              <a:buFont typeface="+mj-lt"/>
              <a:buAutoNum type="arabicPeriod"/>
            </a:pPr>
            <a:r>
              <a:rPr lang="en-IN" sz="2000" dirty="0">
                <a:latin typeface="Centaur" panose="02030504050205020304" pitchFamily="18" charset="0"/>
              </a:rPr>
              <a:t>The customer can then log in to the system and book bus tickets.</a:t>
            </a:r>
          </a:p>
        </p:txBody>
      </p:sp>
    </p:spTree>
    <p:extLst>
      <p:ext uri="{BB962C8B-B14F-4D97-AF65-F5344CB8AC3E}">
        <p14:creationId xmlns:p14="http://schemas.microsoft.com/office/powerpoint/2010/main" val="2631086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3522FE7-5A29-4EF6-B1EF-2CA55748A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9" name="Picture 8">
            <a:extLst>
              <a:ext uri="{FF2B5EF4-FFF2-40B4-BE49-F238E27FC236}">
                <a16:creationId xmlns:a16="http://schemas.microsoft.com/office/drawing/2014/main" id="{C2192E09-EBC7-416C-B887-DFF915D7F43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1" name="Straight Connector 10">
            <a:extLst>
              <a:ext uri="{FF2B5EF4-FFF2-40B4-BE49-F238E27FC236}">
                <a16:creationId xmlns:a16="http://schemas.microsoft.com/office/drawing/2014/main" id="{2924498D-E084-44BE-A196-CFCE355643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BBC7667-C352-4842-9AFD-E5C16AD002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5" name="Rectangle 14">
            <a:extLst>
              <a:ext uri="{FF2B5EF4-FFF2-40B4-BE49-F238E27FC236}">
                <a16:creationId xmlns:a16="http://schemas.microsoft.com/office/drawing/2014/main" id="{1BF0792A-0F2B-4A2E-AB38-0A4F18A30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57DB18D-C2F1-4C8C-8808-9C01ECE68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nvGrpSpPr>
          <p:cNvPr id="19" name="Group 18">
            <a:extLst>
              <a:ext uri="{FF2B5EF4-FFF2-40B4-BE49-F238E27FC236}">
                <a16:creationId xmlns:a16="http://schemas.microsoft.com/office/drawing/2014/main" id="{E5D935FA-3336-4941-9214-E250A5727F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45671" y="644327"/>
            <a:ext cx="9299965" cy="4811366"/>
            <a:chOff x="7639235" y="600024"/>
            <a:chExt cx="3898557" cy="6878929"/>
          </a:xfrm>
        </p:grpSpPr>
        <p:sp>
          <p:nvSpPr>
            <p:cNvPr id="20" name="Rectangle 19">
              <a:extLst>
                <a:ext uri="{FF2B5EF4-FFF2-40B4-BE49-F238E27FC236}">
                  <a16:creationId xmlns:a16="http://schemas.microsoft.com/office/drawing/2014/main" id="{45D9E2ED-FF90-4200-A7EE-6D41D6526F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39235" y="600024"/>
              <a:ext cx="3898557" cy="6878929"/>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A4BEB8D-68AD-4314-8A2B-F8DC85A530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0263" y="1062693"/>
              <a:ext cx="3635738" cy="59547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47C6A10-68FB-DF07-5060-E782D0ADDAAF}"/>
              </a:ext>
            </a:extLst>
          </p:cNvPr>
          <p:cNvSpPr>
            <a:spLocks noGrp="1"/>
          </p:cNvSpPr>
          <p:nvPr>
            <p:ph type="title"/>
          </p:nvPr>
        </p:nvSpPr>
        <p:spPr>
          <a:xfrm>
            <a:off x="2391408" y="1590734"/>
            <a:ext cx="7405874" cy="2520012"/>
          </a:xfrm>
          <a:solidFill>
            <a:schemeClr val="bg2"/>
          </a:solidFill>
        </p:spPr>
        <p:txBody>
          <a:bodyPr vert="horz" lIns="91440" tIns="45720" rIns="91440" bIns="0" rtlCol="0" anchor="ctr">
            <a:normAutofit/>
          </a:bodyPr>
          <a:lstStyle/>
          <a:p>
            <a:pPr algn="ctr"/>
            <a:r>
              <a:rPr lang="en-US" sz="6000">
                <a:solidFill>
                  <a:schemeClr val="tx2"/>
                </a:solidFill>
              </a:rPr>
              <a:t>THANK YOU</a:t>
            </a:r>
          </a:p>
        </p:txBody>
      </p:sp>
      <p:cxnSp>
        <p:nvCxnSpPr>
          <p:cNvPr id="23" name="Straight Connector 22">
            <a:extLst>
              <a:ext uri="{FF2B5EF4-FFF2-40B4-BE49-F238E27FC236}">
                <a16:creationId xmlns:a16="http://schemas.microsoft.com/office/drawing/2014/main" id="{87F797D1-251E-41FE-9FF8-AD487DEF28A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91407" y="1416139"/>
            <a:ext cx="7405874" cy="0"/>
          </a:xfrm>
          <a:prstGeom prst="line">
            <a:avLst/>
          </a:prstGeom>
          <a:ln w="31750"/>
        </p:spPr>
        <p:style>
          <a:lnRef idx="3">
            <a:schemeClr val="accent1"/>
          </a:lnRef>
          <a:fillRef idx="0">
            <a:schemeClr val="accent1"/>
          </a:fillRef>
          <a:effectRef idx="2">
            <a:schemeClr val="accent1"/>
          </a:effectRef>
          <a:fontRef idx="minor">
            <a:schemeClr val="tx1"/>
          </a:fontRef>
        </p:style>
      </p:cxnSp>
      <p:cxnSp>
        <p:nvCxnSpPr>
          <p:cNvPr id="25" name="Straight Connector 24">
            <a:extLst>
              <a:ext uri="{FF2B5EF4-FFF2-40B4-BE49-F238E27FC236}">
                <a16:creationId xmlns:a16="http://schemas.microsoft.com/office/drawing/2014/main" id="{09A0CE28-0E59-4F4D-9855-8A8DCE9A8E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391407" y="4285341"/>
            <a:ext cx="7405874"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27" name="Picture 26">
            <a:extLst>
              <a:ext uri="{FF2B5EF4-FFF2-40B4-BE49-F238E27FC236}">
                <a16:creationId xmlns:a16="http://schemas.microsoft.com/office/drawing/2014/main" id="{75CC23F7-9F20-4C4B-8608-BD4DE9728FA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Tree>
    <p:extLst>
      <p:ext uri="{BB962C8B-B14F-4D97-AF65-F5344CB8AC3E}">
        <p14:creationId xmlns:p14="http://schemas.microsoft.com/office/powerpoint/2010/main" val="28365235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1973</TotalTime>
  <Words>683</Words>
  <Application>Microsoft Office PowerPoint</Application>
  <PresentationFormat>Widescreen</PresentationFormat>
  <Paragraphs>67</Paragraphs>
  <Slides>12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Abadi ExtraLight</vt:lpstr>
      <vt:lpstr>ADLaM Display</vt:lpstr>
      <vt:lpstr>Algerian</vt:lpstr>
      <vt:lpstr>Aptos</vt:lpstr>
      <vt:lpstr>Aptos Slab ExtraBold</vt:lpstr>
      <vt:lpstr>Arial</vt:lpstr>
      <vt:lpstr>Arial Nova Cond Light</vt:lpstr>
      <vt:lpstr>Centaur</vt:lpstr>
      <vt:lpstr>Gill Sans MT</vt:lpstr>
      <vt:lpstr>Wingdings</vt:lpstr>
      <vt:lpstr>Gallery</vt:lpstr>
      <vt:lpstr> BUS TICKET BOOKING SYSTEM                                                                      submitted by                                                                              p. Prasanthi                                                                              d. Surekha                                                                              y. hemalatha                </vt:lpstr>
      <vt:lpstr>Contents :</vt:lpstr>
      <vt:lpstr>ABSTRACT :</vt:lpstr>
      <vt:lpstr>Problem Statement :</vt:lpstr>
      <vt:lpstr>Solution :</vt:lpstr>
      <vt:lpstr>SCOPE :</vt:lpstr>
      <vt:lpstr>Modules :</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Dangeti Surekha</dc:creator>
  <cp:lastModifiedBy>P Durga Prasanthi</cp:lastModifiedBy>
  <cp:revision>2</cp:revision>
  <dcterms:created xsi:type="dcterms:W3CDTF">2026-01-04T04:59:25Z</dcterms:created>
  <dcterms:modified xsi:type="dcterms:W3CDTF">2026-03-06T05:36:59Z</dcterms:modified>
</cp:coreProperties>
</file>